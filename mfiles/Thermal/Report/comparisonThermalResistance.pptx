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 id="2147483716" r:id="rId2"/>
    <p:sldMasterId id="2147483720" r:id="rId3"/>
    <p:sldMasterId id="2147483725" r:id="rId4"/>
    <p:sldMasterId id="2147483735" r:id="rId5"/>
  </p:sldMasterIdLst>
  <p:notesMasterIdLst>
    <p:notesMasterId r:id="rId14"/>
  </p:notesMasterIdLst>
  <p:handoutMasterIdLst>
    <p:handoutMasterId r:id="rId15"/>
  </p:handoutMasterIdLst>
  <p:sldIdLst>
    <p:sldId id="256" r:id="rId6"/>
    <p:sldId id="257" r:id="rId7"/>
    <p:sldId id="269" r:id="rId8"/>
    <p:sldId id="260" r:id="rId9"/>
    <p:sldId id="270" r:id="rId10"/>
    <p:sldId id="271" r:id="rId11"/>
    <p:sldId id="273" r:id="rId12"/>
    <p:sldId id="272" r:id="rId13"/>
  </p:sldIdLst>
  <p:sldSz cx="9144000" cy="6858000" type="screen4x3"/>
  <p:notesSz cx="6797675" cy="9926638"/>
  <p:defaultTextStyle>
    <a:defPPr>
      <a:defRPr lang="de-DE"/>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D4747"/>
    <a:srgbClr val="FFFF00"/>
    <a:srgbClr val="00FF00"/>
    <a:srgbClr val="4F81BD"/>
    <a:srgbClr val="C0504D"/>
    <a:srgbClr val="BE0000"/>
    <a:srgbClr val="5A5A5A"/>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2330" autoAdjust="0"/>
    <p:restoredTop sz="94660"/>
  </p:normalViewPr>
  <p:slideViewPr>
    <p:cSldViewPr>
      <p:cViewPr varScale="1">
        <p:scale>
          <a:sx n="126" d="100"/>
          <a:sy n="126" d="100"/>
        </p:scale>
        <p:origin x="-1194" y="-102"/>
      </p:cViewPr>
      <p:guideLst>
        <p:guide orient="horz" pos="391"/>
        <p:guide orient="horz" pos="935"/>
        <p:guide orient="horz" pos="3430"/>
        <p:guide pos="249"/>
        <p:guide pos="1202"/>
        <p:guide pos="1338"/>
        <p:guide pos="2290"/>
        <p:guide pos="2426"/>
        <p:guide pos="3334"/>
        <p:guide pos="4558"/>
        <p:guide pos="4422"/>
        <p:guide pos="3470"/>
        <p:guide pos="5511"/>
        <p:guide pos="2744"/>
        <p:guide pos="3016"/>
      </p:guideLst>
    </p:cSldViewPr>
  </p:slideViewPr>
  <p:notesTextViewPr>
    <p:cViewPr>
      <p:scale>
        <a:sx n="100" d="100"/>
        <a:sy n="100" d="100"/>
      </p:scale>
      <p:origin x="0" y="0"/>
    </p:cViewPr>
  </p:notesTextViewPr>
  <p:notesViewPr>
    <p:cSldViewPr>
      <p:cViewPr varScale="1">
        <p:scale>
          <a:sx n="88" d="100"/>
          <a:sy n="88" d="100"/>
        </p:scale>
        <p:origin x="-3792" y="-11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Grafik 5"/>
          <p:cNvPicPr>
            <a:picLocks noChangeAspect="1"/>
          </p:cNvPicPr>
          <p:nvPr/>
        </p:nvPicPr>
        <p:blipFill>
          <a:blip r:embed="rId2" cstate="print">
            <a:lum bright="-5000" contrast="25000"/>
            <a:extLst>
              <a:ext uri="{28A0092B-C50C-407E-A947-70E740481C1C}">
                <a14:useLocalDpi xmlns:a14="http://schemas.microsoft.com/office/drawing/2010/main" val="0"/>
              </a:ext>
            </a:extLst>
          </a:blip>
          <a:stretch>
            <a:fillRect/>
          </a:stretch>
        </p:blipFill>
        <p:spPr>
          <a:xfrm>
            <a:off x="5660770" y="124421"/>
            <a:ext cx="1070500" cy="237503"/>
          </a:xfrm>
          <a:prstGeom prst="rect">
            <a:avLst/>
          </a:prstGeom>
        </p:spPr>
      </p:pic>
      <p:sp>
        <p:nvSpPr>
          <p:cNvPr id="7" name="Fußzeilenplatzhalter 6"/>
          <p:cNvSpPr>
            <a:spLocks noGrp="1"/>
          </p:cNvSpPr>
          <p:nvPr>
            <p:ph type="ftr" sz="quarter" idx="2"/>
          </p:nvPr>
        </p:nvSpPr>
        <p:spPr>
          <a:xfrm>
            <a:off x="0" y="9430306"/>
            <a:ext cx="2945659" cy="496332"/>
          </a:xfrm>
          <a:prstGeom prst="rect">
            <a:avLst/>
          </a:prstGeom>
        </p:spPr>
        <p:txBody>
          <a:bodyPr vert="horz" lIns="91440" tIns="45720" rIns="91440" bIns="45720" rtlCol="0" anchor="b"/>
          <a:lstStyle>
            <a:lvl1pPr algn="l">
              <a:defRPr sz="1200"/>
            </a:lvl1pPr>
          </a:lstStyle>
          <a:p>
            <a:r>
              <a:rPr lang="de-AT" sz="900" dirty="0" smtClean="0">
                <a:latin typeface="Arial" panose="020B0604020202020204" pitchFamily="34" charset="0"/>
                <a:cs typeface="Arial" panose="020B0604020202020204" pitchFamily="34" charset="0"/>
              </a:rPr>
              <a:t>© BRUSA</a:t>
            </a:r>
            <a:endParaRPr lang="de-CH" sz="900" dirty="0">
              <a:latin typeface="Arial" panose="020B0604020202020204" pitchFamily="34" charset="0"/>
              <a:cs typeface="Arial" panose="020B0604020202020204" pitchFamily="34" charset="0"/>
            </a:endParaRPr>
          </a:p>
        </p:txBody>
      </p:sp>
      <p:sp>
        <p:nvSpPr>
          <p:cNvPr id="8" name="Datumsplatzhalter 7"/>
          <p:cNvSpPr>
            <a:spLocks noGrp="1"/>
          </p:cNvSpPr>
          <p:nvPr>
            <p:ph type="dt" sz="quarter" idx="1"/>
          </p:nvPr>
        </p:nvSpPr>
        <p:spPr>
          <a:xfrm>
            <a:off x="3850443" y="9430306"/>
            <a:ext cx="2945659" cy="496332"/>
          </a:xfrm>
          <a:prstGeom prst="rect">
            <a:avLst/>
          </a:prstGeom>
        </p:spPr>
        <p:txBody>
          <a:bodyPr vert="horz" lIns="91440" tIns="45720" rIns="91440" bIns="45720" rtlCol="0" anchor="b"/>
          <a:lstStyle>
            <a:lvl1pPr algn="r">
              <a:defRPr sz="1200"/>
            </a:lvl1pPr>
          </a:lstStyle>
          <a:p>
            <a:fld id="{ACA3FEF7-63A4-49C2-95CB-81358DB7BC61}" type="datetimeFigureOut">
              <a:rPr lang="de-CH" sz="900" smtClean="0">
                <a:latin typeface="Arial" panose="020B0604020202020204" pitchFamily="34" charset="0"/>
                <a:cs typeface="Arial" panose="020B0604020202020204" pitchFamily="34" charset="0"/>
              </a:rPr>
              <a:t>22.11.2017</a:t>
            </a:fld>
            <a:endParaRPr lang="de-CH"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3390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7FC157F7-AC30-4BE7-81B5-92AE526DBB59}" type="datetimeFigureOut">
              <a:rPr lang="de-CH" smtClean="0"/>
              <a:t>22.11.2017</a:t>
            </a:fld>
            <a:endParaRPr lang="de-CH"/>
          </a:p>
        </p:txBody>
      </p:sp>
      <p:sp>
        <p:nvSpPr>
          <p:cNvPr id="4" name="Folienbildplatzhalt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79450" y="4714875"/>
            <a:ext cx="5438775" cy="4467225"/>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6" name="Fußzeilenplatzhalt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49688" y="9428163"/>
            <a:ext cx="2946400" cy="496887"/>
          </a:xfrm>
          <a:prstGeom prst="rect">
            <a:avLst/>
          </a:prstGeom>
        </p:spPr>
        <p:txBody>
          <a:bodyPr vert="horz" lIns="91440" tIns="45720" rIns="91440" bIns="45720" rtlCol="0" anchor="b"/>
          <a:lstStyle>
            <a:lvl1pPr algn="r">
              <a:defRPr sz="1200"/>
            </a:lvl1pPr>
          </a:lstStyle>
          <a:p>
            <a:fld id="{B8E6DA36-59AC-4FAE-BDBF-F3981413D435}" type="slidenum">
              <a:rPr lang="de-CH" smtClean="0"/>
              <a:t>‹Nr.›</a:t>
            </a:fld>
            <a:endParaRPr lang="de-CH"/>
          </a:p>
        </p:txBody>
      </p:sp>
    </p:spTree>
    <p:extLst>
      <p:ext uri="{BB962C8B-B14F-4D97-AF65-F5344CB8AC3E}">
        <p14:creationId xmlns:p14="http://schemas.microsoft.com/office/powerpoint/2010/main" val="2789680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smtClean="0"/>
              <a:t>\\ZEUS\Projects\01_generic\Halbleiter-Module\Mold-Modul_Danfoss\Mold-Modul_A-Phase\Mechanik\CAD_30032015\104302_module_formed_asm.stp</a:t>
            </a:r>
            <a:endParaRPr lang="de-CH" dirty="0"/>
          </a:p>
        </p:txBody>
      </p:sp>
      <p:sp>
        <p:nvSpPr>
          <p:cNvPr id="4" name="Foliennummernplatzhalter 3"/>
          <p:cNvSpPr>
            <a:spLocks noGrp="1"/>
          </p:cNvSpPr>
          <p:nvPr>
            <p:ph type="sldNum" sz="quarter" idx="10"/>
          </p:nvPr>
        </p:nvSpPr>
        <p:spPr/>
        <p:txBody>
          <a:bodyPr/>
          <a:lstStyle/>
          <a:p>
            <a:fld id="{B8E6DA36-59AC-4FAE-BDBF-F3981413D435}" type="slidenum">
              <a:rPr lang="de-CH" smtClean="0"/>
              <a:t>1</a:t>
            </a:fld>
            <a:endParaRPr lang="de-CH"/>
          </a:p>
        </p:txBody>
      </p:sp>
    </p:spTree>
    <p:extLst>
      <p:ext uri="{BB962C8B-B14F-4D97-AF65-F5344CB8AC3E}">
        <p14:creationId xmlns:p14="http://schemas.microsoft.com/office/powerpoint/2010/main" val="3341347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spaltig_ohne zusätzliche Informatio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noProof="0" smtClean="0"/>
              <a:t>Titelmasterformat durch Klicken bearbeiten</a:t>
            </a:r>
            <a:endParaRPr lang="en-US" noProof="0" dirty="0"/>
          </a:p>
        </p:txBody>
      </p:sp>
      <p:sp>
        <p:nvSpPr>
          <p:cNvPr id="3" name="Inhaltsplatzhalter 2"/>
          <p:cNvSpPr>
            <a:spLocks noGrp="1"/>
          </p:cNvSpPr>
          <p:nvPr>
            <p:ph idx="1"/>
          </p:nvPr>
        </p:nvSpPr>
        <p:spPr/>
        <p:txBody>
          <a:bodyPr/>
          <a:lstStyle>
            <a:lvl2pPr>
              <a:defRPr baseline="0"/>
            </a:lvl2pPr>
            <a:lvl3pPr>
              <a:defRPr/>
            </a:lvl3pPr>
          </a:lstStyle>
          <a:p>
            <a:pPr lvl="0"/>
            <a:r>
              <a:rPr lang="de-DE" noProof="0" smtClean="0"/>
              <a:t>Textmasterformat bearbeiten</a:t>
            </a:r>
          </a:p>
          <a:p>
            <a:pPr lvl="1"/>
            <a:r>
              <a:rPr lang="de-DE" noProof="0" smtClean="0"/>
              <a:t>Zweite Ebene</a:t>
            </a:r>
          </a:p>
          <a:p>
            <a:pPr lvl="2"/>
            <a:r>
              <a:rPr lang="de-DE" noProof="0" smtClean="0"/>
              <a:t>Dritte Ebene</a:t>
            </a:r>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16" name="Bildplatzhalter 15"/>
          <p:cNvSpPr>
            <a:spLocks noGrp="1"/>
          </p:cNvSpPr>
          <p:nvPr>
            <p:ph type="pic" sz="quarter" idx="13"/>
          </p:nvPr>
        </p:nvSpPr>
        <p:spPr>
          <a:xfrm>
            <a:off x="4786313" y="1476375"/>
            <a:ext cx="3935412" cy="3968750"/>
          </a:xfrm>
        </p:spPr>
        <p:txBody>
          <a:bodyPr/>
          <a:lstStyle>
            <a:lvl1pPr marL="0" indent="0">
              <a:buNone/>
              <a:defRPr>
                <a:solidFill>
                  <a:schemeClr val="bg1"/>
                </a:solidFill>
              </a:defRPr>
            </a:lvl1pPr>
          </a:lstStyle>
          <a:p>
            <a:r>
              <a:rPr lang="de-DE" noProof="0" smtClean="0"/>
              <a:t>Bild durch Klicken auf Symbol hinzufügen</a:t>
            </a:r>
            <a:endParaRPr lang="en-US" noProof="0" dirty="0"/>
          </a:p>
        </p:txBody>
      </p:sp>
    </p:spTree>
    <p:extLst>
      <p:ext uri="{BB962C8B-B14F-4D97-AF65-F5344CB8AC3E}">
        <p14:creationId xmlns:p14="http://schemas.microsoft.com/office/powerpoint/2010/main" val="7817887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spaltig_mit Fazi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noProof="0" smtClean="0"/>
              <a:t>Titelmasterformat durch Klicken bearbeiten</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de-DE" noProof="0" smtClean="0"/>
              <a:t>Textmasterformat bearbeiten</a:t>
            </a:r>
          </a:p>
          <a:p>
            <a:pPr lvl="1"/>
            <a:r>
              <a:rPr lang="de-DE" noProof="0" smtClean="0"/>
              <a:t>Zweite Ebene</a:t>
            </a:r>
          </a:p>
          <a:p>
            <a:pPr lvl="2"/>
            <a:r>
              <a:rPr lang="de-DE" noProof="0" smtClean="0"/>
              <a:t>Dritte Ebene</a:t>
            </a:r>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9" name="Textfeld 8"/>
          <p:cNvSpPr txBox="1"/>
          <p:nvPr userDrawn="1"/>
        </p:nvSpPr>
        <p:spPr>
          <a:xfrm>
            <a:off x="418061" y="5988141"/>
            <a:ext cx="1849619" cy="369332"/>
          </a:xfrm>
          <a:prstGeom prst="rect">
            <a:avLst/>
          </a:prstGeom>
          <a:noFill/>
        </p:spPr>
        <p:txBody>
          <a:bodyPr wrap="square" lIns="0" tIns="0" rIns="0" bIns="0" rtlCol="0">
            <a:noAutofit/>
          </a:bodyPr>
          <a:lstStyle/>
          <a:p>
            <a:pPr>
              <a:spcBef>
                <a:spcPts val="900"/>
              </a:spcBef>
              <a:buClr>
                <a:srgbClr val="BE0000"/>
              </a:buClr>
              <a:buSzPct val="115000"/>
            </a:pPr>
            <a:r>
              <a:rPr lang="en-US" sz="2200" b="1" noProof="0" dirty="0" err="1" smtClean="0">
                <a:latin typeface="Arial" panose="020B0604020202020204" pitchFamily="34" charset="0"/>
                <a:cs typeface="Arial" panose="020B0604020202020204" pitchFamily="34" charset="0"/>
              </a:rPr>
              <a:t>Fazit</a:t>
            </a:r>
            <a:r>
              <a:rPr lang="en-US" sz="2200" b="1" noProof="0" dirty="0" smtClean="0">
                <a:latin typeface="Arial" panose="020B0604020202020204" pitchFamily="34" charset="0"/>
                <a:cs typeface="Arial" panose="020B0604020202020204" pitchFamily="34" charset="0"/>
              </a:rPr>
              <a:t>:</a:t>
            </a:r>
            <a:endParaRPr lang="en-US" sz="2200" b="1" noProof="0" dirty="0">
              <a:latin typeface="Arial" panose="020B0604020202020204" pitchFamily="34" charset="0"/>
              <a:cs typeface="Arial" panose="020B0604020202020204" pitchFamily="34" charset="0"/>
            </a:endParaRPr>
          </a:p>
        </p:txBody>
      </p:sp>
      <p:sp>
        <p:nvSpPr>
          <p:cNvPr id="16" name="Bildplatzhalter 15"/>
          <p:cNvSpPr>
            <a:spLocks noGrp="1"/>
          </p:cNvSpPr>
          <p:nvPr>
            <p:ph type="pic" sz="quarter" idx="13"/>
          </p:nvPr>
        </p:nvSpPr>
        <p:spPr>
          <a:xfrm>
            <a:off x="4786313" y="1476375"/>
            <a:ext cx="3935412" cy="3968750"/>
          </a:xfrm>
        </p:spPr>
        <p:txBody>
          <a:bodyPr/>
          <a:lstStyle>
            <a:lvl1pPr marL="0" indent="0">
              <a:buNone/>
              <a:defRPr>
                <a:solidFill>
                  <a:schemeClr val="bg1"/>
                </a:solidFill>
              </a:defRPr>
            </a:lvl1pPr>
          </a:lstStyle>
          <a:p>
            <a:r>
              <a:rPr lang="de-DE" noProof="0" smtClean="0"/>
              <a:t>Bild durch Klicken auf Symbol hinzufügen</a:t>
            </a:r>
            <a:endParaRPr lang="en-US" noProof="0" dirty="0"/>
          </a:p>
        </p:txBody>
      </p:sp>
      <p:sp>
        <p:nvSpPr>
          <p:cNvPr id="11" name="Textplatzhalter 6"/>
          <p:cNvSpPr>
            <a:spLocks noGrp="1"/>
          </p:cNvSpPr>
          <p:nvPr>
            <p:ph type="body" sz="quarter" idx="14" hasCustomPrompt="1"/>
          </p:nvPr>
        </p:nvSpPr>
        <p:spPr>
          <a:xfrm>
            <a:off x="1259632" y="5988142"/>
            <a:ext cx="7489081" cy="369332"/>
          </a:xfrm>
        </p:spPr>
        <p:txBody>
          <a:bodyPr/>
          <a:lstStyle>
            <a:lvl1pPr marL="0" indent="0">
              <a:buNone/>
              <a:defRPr baseline="0"/>
            </a:lvl1pPr>
          </a:lstStyle>
          <a:p>
            <a:pPr lvl="0"/>
            <a:r>
              <a:rPr lang="de-DE" dirty="0" smtClean="0"/>
              <a:t>&lt;Text&gt;</a:t>
            </a:r>
          </a:p>
        </p:txBody>
      </p:sp>
    </p:spTree>
    <p:extLst>
      <p:ext uri="{BB962C8B-B14F-4D97-AF65-F5344CB8AC3E}">
        <p14:creationId xmlns:p14="http://schemas.microsoft.com/office/powerpoint/2010/main" val="29448088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spaltig_mit Abschnitt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noProof="0" smtClean="0"/>
              <a:t>Titelmasterformat durch Klicken bearbeiten</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de-DE" noProof="0" smtClean="0"/>
              <a:t>Textmasterformat bearbeiten</a:t>
            </a:r>
          </a:p>
          <a:p>
            <a:pPr lvl="1"/>
            <a:r>
              <a:rPr lang="de-DE" noProof="0" smtClean="0"/>
              <a:t>Zweite Ebene</a:t>
            </a:r>
          </a:p>
          <a:p>
            <a:pPr lvl="2"/>
            <a:r>
              <a:rPr lang="de-DE" noProof="0" smtClean="0"/>
              <a:t>Dritte Ebene</a:t>
            </a:r>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18" name="Bildplatzhalter 15"/>
          <p:cNvSpPr>
            <a:spLocks noGrp="1"/>
          </p:cNvSpPr>
          <p:nvPr>
            <p:ph type="pic" sz="quarter" idx="13"/>
          </p:nvPr>
        </p:nvSpPr>
        <p:spPr>
          <a:xfrm>
            <a:off x="4786313" y="1476375"/>
            <a:ext cx="3935412" cy="3968750"/>
          </a:xfrm>
        </p:spPr>
        <p:txBody>
          <a:bodyPr/>
          <a:lstStyle>
            <a:lvl1pPr marL="0" indent="0">
              <a:buNone/>
              <a:defRPr>
                <a:solidFill>
                  <a:schemeClr val="bg1"/>
                </a:solidFill>
              </a:defRPr>
            </a:lvl1pPr>
          </a:lstStyle>
          <a:p>
            <a:r>
              <a:rPr lang="de-DE" noProof="0" smtClean="0"/>
              <a:t>Bild durch Klicken auf Symbol hinzufügen</a:t>
            </a:r>
            <a:endParaRPr lang="en-US" noProof="0" dirty="0"/>
          </a:p>
        </p:txBody>
      </p:sp>
      <p:sp>
        <p:nvSpPr>
          <p:cNvPr id="26" name="Textplatzhalter 6"/>
          <p:cNvSpPr>
            <a:spLocks noGrp="1"/>
          </p:cNvSpPr>
          <p:nvPr>
            <p:ph type="body" sz="quarter" idx="14" hasCustomPrompt="1"/>
          </p:nvPr>
        </p:nvSpPr>
        <p:spPr>
          <a:xfrm>
            <a:off x="423863"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1&gt;</a:t>
            </a:r>
          </a:p>
        </p:txBody>
      </p:sp>
      <p:sp>
        <p:nvSpPr>
          <p:cNvPr id="27" name="Textplatzhalter 6"/>
          <p:cNvSpPr>
            <a:spLocks noGrp="1"/>
          </p:cNvSpPr>
          <p:nvPr>
            <p:ph type="body" sz="quarter" idx="15" hasCustomPrompt="1"/>
          </p:nvPr>
        </p:nvSpPr>
        <p:spPr>
          <a:xfrm>
            <a:off x="2127250"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0"/>
            <a:r>
              <a:rPr lang="de-DE" dirty="0" smtClean="0"/>
              <a:t>&lt;Name Abschnitt 2&gt;</a:t>
            </a:r>
          </a:p>
        </p:txBody>
      </p:sp>
      <p:sp>
        <p:nvSpPr>
          <p:cNvPr id="28" name="Textplatzhalter 6"/>
          <p:cNvSpPr>
            <a:spLocks noGrp="1"/>
          </p:cNvSpPr>
          <p:nvPr>
            <p:ph type="body" sz="quarter" idx="16" hasCustomPrompt="1"/>
          </p:nvPr>
        </p:nvSpPr>
        <p:spPr>
          <a:xfrm>
            <a:off x="3820904"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3&gt;</a:t>
            </a:r>
          </a:p>
        </p:txBody>
      </p:sp>
      <p:sp>
        <p:nvSpPr>
          <p:cNvPr id="29" name="Textplatzhalter 6"/>
          <p:cNvSpPr>
            <a:spLocks noGrp="1"/>
          </p:cNvSpPr>
          <p:nvPr>
            <p:ph type="body" sz="quarter" idx="17" hasCustomPrompt="1"/>
          </p:nvPr>
        </p:nvSpPr>
        <p:spPr>
          <a:xfrm>
            <a:off x="5524291"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4&gt;</a:t>
            </a:r>
          </a:p>
        </p:txBody>
      </p:sp>
      <p:sp>
        <p:nvSpPr>
          <p:cNvPr id="30" name="Textplatzhalter 6"/>
          <p:cNvSpPr>
            <a:spLocks noGrp="1"/>
          </p:cNvSpPr>
          <p:nvPr>
            <p:ph type="body" sz="quarter" idx="18" hasCustomPrompt="1"/>
          </p:nvPr>
        </p:nvSpPr>
        <p:spPr>
          <a:xfrm>
            <a:off x="7229475"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5&gt;</a:t>
            </a:r>
          </a:p>
        </p:txBody>
      </p:sp>
    </p:spTree>
    <p:extLst>
      <p:ext uri="{BB962C8B-B14F-4D97-AF65-F5344CB8AC3E}">
        <p14:creationId xmlns:p14="http://schemas.microsoft.com/office/powerpoint/2010/main" val="325215165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spaltig_mit Quellenangab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noProof="0" smtClean="0"/>
              <a:t>Titelmasterformat durch Klicken bearbeiten</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de-DE" noProof="0" smtClean="0"/>
              <a:t>Textmasterformat bearbeiten</a:t>
            </a:r>
          </a:p>
          <a:p>
            <a:pPr lvl="1"/>
            <a:r>
              <a:rPr lang="de-DE" noProof="0" smtClean="0"/>
              <a:t>Zweite Ebene</a:t>
            </a:r>
          </a:p>
          <a:p>
            <a:pPr lvl="2"/>
            <a:r>
              <a:rPr lang="de-DE" noProof="0" smtClean="0"/>
              <a:t>Dritte Ebene</a:t>
            </a:r>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9" name="Textfeld 8"/>
          <p:cNvSpPr txBox="1"/>
          <p:nvPr userDrawn="1"/>
        </p:nvSpPr>
        <p:spPr>
          <a:xfrm>
            <a:off x="418061" y="6113175"/>
            <a:ext cx="432000" cy="138499"/>
          </a:xfrm>
          <a:prstGeom prst="rect">
            <a:avLst/>
          </a:prstGeom>
          <a:noFill/>
        </p:spPr>
        <p:txBody>
          <a:bodyPr wrap="square" lIns="0" tIns="0" rIns="0" bIns="0" rtlCol="0" anchor="ctr">
            <a:noAutofit/>
          </a:bodyPr>
          <a:lstStyle/>
          <a:p>
            <a:pPr>
              <a:spcBef>
                <a:spcPts val="900"/>
              </a:spcBef>
              <a:buClr>
                <a:srgbClr val="BE0000"/>
              </a:buClr>
              <a:buSzPct val="115000"/>
            </a:pPr>
            <a:r>
              <a:rPr lang="en-US" sz="900" b="1" noProof="0" dirty="0" err="1" smtClean="0">
                <a:latin typeface="Arial" panose="020B0604020202020204" pitchFamily="34" charset="0"/>
                <a:cs typeface="Arial" panose="020B0604020202020204" pitchFamily="34" charset="0"/>
              </a:rPr>
              <a:t>Quelle</a:t>
            </a:r>
            <a:r>
              <a:rPr lang="en-US" sz="900" b="1" noProof="0" dirty="0" smtClean="0">
                <a:latin typeface="Arial" panose="020B0604020202020204" pitchFamily="34" charset="0"/>
                <a:cs typeface="Arial" panose="020B0604020202020204" pitchFamily="34" charset="0"/>
              </a:rPr>
              <a:t>:</a:t>
            </a:r>
            <a:endParaRPr lang="en-US" sz="900" b="1" noProof="0" dirty="0">
              <a:latin typeface="Arial" panose="020B0604020202020204" pitchFamily="34" charset="0"/>
              <a:cs typeface="Arial" panose="020B0604020202020204" pitchFamily="34" charset="0"/>
            </a:endParaRPr>
          </a:p>
        </p:txBody>
      </p:sp>
      <p:sp>
        <p:nvSpPr>
          <p:cNvPr id="11" name="Bildplatzhalter 15"/>
          <p:cNvSpPr>
            <a:spLocks noGrp="1"/>
          </p:cNvSpPr>
          <p:nvPr>
            <p:ph type="pic" sz="quarter" idx="13"/>
          </p:nvPr>
        </p:nvSpPr>
        <p:spPr>
          <a:xfrm>
            <a:off x="4786313" y="1476375"/>
            <a:ext cx="3935412" cy="3968750"/>
          </a:xfrm>
        </p:spPr>
        <p:txBody>
          <a:bodyPr/>
          <a:lstStyle>
            <a:lvl1pPr marL="0" indent="0">
              <a:buNone/>
              <a:defRPr>
                <a:solidFill>
                  <a:schemeClr val="bg1"/>
                </a:solidFill>
              </a:defRPr>
            </a:lvl1pPr>
          </a:lstStyle>
          <a:p>
            <a:r>
              <a:rPr lang="de-DE" noProof="0" smtClean="0"/>
              <a:t>Bild durch Klicken auf Symbol hinzufügen</a:t>
            </a:r>
            <a:endParaRPr lang="en-US" noProof="0" dirty="0"/>
          </a:p>
        </p:txBody>
      </p:sp>
      <p:sp>
        <p:nvSpPr>
          <p:cNvPr id="10" name="Textplatzhalter 6"/>
          <p:cNvSpPr>
            <a:spLocks noGrp="1"/>
          </p:cNvSpPr>
          <p:nvPr>
            <p:ph type="body" sz="quarter" idx="14" hasCustomPrompt="1"/>
          </p:nvPr>
        </p:nvSpPr>
        <p:spPr>
          <a:xfrm>
            <a:off x="874558" y="6112420"/>
            <a:ext cx="7847167" cy="139254"/>
          </a:xfrm>
        </p:spPr>
        <p:txBody>
          <a:bodyPr>
            <a:noAutofit/>
          </a:bodyPr>
          <a:lstStyle>
            <a:lvl1pPr marL="0" indent="0">
              <a:buNone/>
              <a:defRPr sz="900" baseline="0"/>
            </a:lvl1pPr>
          </a:lstStyle>
          <a:p>
            <a:pPr lvl="0"/>
            <a:r>
              <a:rPr lang="de-DE" dirty="0" smtClean="0"/>
              <a:t>&lt;Quellenverweis&gt;</a:t>
            </a:r>
          </a:p>
        </p:txBody>
      </p:sp>
    </p:spTree>
    <p:extLst>
      <p:ext uri="{BB962C8B-B14F-4D97-AF65-F5344CB8AC3E}">
        <p14:creationId xmlns:p14="http://schemas.microsoft.com/office/powerpoint/2010/main" val="222258567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spaltig_ohne zusätzliche Informatio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noProof="0" dirty="0" err="1" smtClean="0"/>
              <a:t>Titel</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en-US" noProof="0" dirty="0" smtClean="0"/>
              <a:t>Text</a:t>
            </a:r>
          </a:p>
          <a:p>
            <a:pPr lvl="1"/>
            <a:r>
              <a:rPr lang="en-US" noProof="0" dirty="0" err="1" smtClean="0"/>
              <a:t>Ebene</a:t>
            </a:r>
            <a:r>
              <a:rPr lang="en-US" noProof="0" dirty="0" smtClean="0"/>
              <a:t> 2</a:t>
            </a:r>
          </a:p>
          <a:p>
            <a:pPr lvl="2"/>
            <a:r>
              <a:rPr lang="en-US" noProof="0" dirty="0" err="1" smtClean="0"/>
              <a:t>Ebene</a:t>
            </a:r>
            <a:r>
              <a:rPr lang="en-US" noProof="0" dirty="0" smtClean="0"/>
              <a:t> 3</a:t>
            </a:r>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16" name="Bildplatzhalter 15"/>
          <p:cNvSpPr>
            <a:spLocks noGrp="1"/>
          </p:cNvSpPr>
          <p:nvPr>
            <p:ph type="pic" sz="quarter" idx="13"/>
          </p:nvPr>
        </p:nvSpPr>
        <p:spPr>
          <a:xfrm>
            <a:off x="3825875" y="1476375"/>
            <a:ext cx="4895850" cy="3968750"/>
          </a:xfrm>
        </p:spPr>
        <p:txBody>
          <a:bodyPr/>
          <a:lstStyle>
            <a:lvl1pPr marL="0" indent="0">
              <a:buNone/>
              <a:defRPr>
                <a:solidFill>
                  <a:schemeClr val="bg1"/>
                </a:solidFill>
              </a:defRPr>
            </a:lvl1pPr>
          </a:lstStyle>
          <a:p>
            <a:endParaRPr lang="en-US" noProof="0" dirty="0"/>
          </a:p>
        </p:txBody>
      </p:sp>
    </p:spTree>
    <p:extLst>
      <p:ext uri="{BB962C8B-B14F-4D97-AF65-F5344CB8AC3E}">
        <p14:creationId xmlns:p14="http://schemas.microsoft.com/office/powerpoint/2010/main" val="99510027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spaltig_mit Fazi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noProof="0" dirty="0" err="1" smtClean="0"/>
              <a:t>Titel</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en-US" noProof="0" dirty="0" smtClean="0"/>
              <a:t>Text</a:t>
            </a:r>
          </a:p>
          <a:p>
            <a:pPr lvl="1"/>
            <a:r>
              <a:rPr lang="en-US" noProof="0" dirty="0" err="1" smtClean="0"/>
              <a:t>Ebene</a:t>
            </a:r>
            <a:r>
              <a:rPr lang="en-US" noProof="0" dirty="0" smtClean="0"/>
              <a:t> 2</a:t>
            </a:r>
          </a:p>
          <a:p>
            <a:pPr lvl="2"/>
            <a:r>
              <a:rPr lang="en-US" noProof="0" dirty="0" err="1" smtClean="0"/>
              <a:t>Ebene</a:t>
            </a:r>
            <a:r>
              <a:rPr lang="en-US" noProof="0" dirty="0" smtClean="0"/>
              <a:t> 3</a:t>
            </a:r>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16" name="Bildplatzhalter 15"/>
          <p:cNvSpPr>
            <a:spLocks noGrp="1"/>
          </p:cNvSpPr>
          <p:nvPr>
            <p:ph type="pic" sz="quarter" idx="13"/>
          </p:nvPr>
        </p:nvSpPr>
        <p:spPr>
          <a:xfrm>
            <a:off x="3825875" y="1476375"/>
            <a:ext cx="4895850" cy="3968750"/>
          </a:xfrm>
        </p:spPr>
        <p:txBody>
          <a:bodyPr/>
          <a:lstStyle>
            <a:lvl1pPr marL="0" indent="0">
              <a:buNone/>
              <a:defRPr>
                <a:solidFill>
                  <a:schemeClr val="bg1"/>
                </a:solidFill>
              </a:defRPr>
            </a:lvl1pPr>
          </a:lstStyle>
          <a:p>
            <a:endParaRPr lang="en-US" noProof="0" dirty="0"/>
          </a:p>
        </p:txBody>
      </p:sp>
      <p:sp>
        <p:nvSpPr>
          <p:cNvPr id="8" name="Textfeld 7"/>
          <p:cNvSpPr txBox="1"/>
          <p:nvPr userDrawn="1"/>
        </p:nvSpPr>
        <p:spPr>
          <a:xfrm>
            <a:off x="418061" y="5988141"/>
            <a:ext cx="1849619" cy="369332"/>
          </a:xfrm>
          <a:prstGeom prst="rect">
            <a:avLst/>
          </a:prstGeom>
          <a:noFill/>
        </p:spPr>
        <p:txBody>
          <a:bodyPr wrap="square" lIns="0" tIns="0" rIns="0" bIns="0" rtlCol="0">
            <a:noAutofit/>
          </a:bodyPr>
          <a:lstStyle/>
          <a:p>
            <a:pPr>
              <a:spcBef>
                <a:spcPts val="900"/>
              </a:spcBef>
              <a:buClr>
                <a:srgbClr val="BE0000"/>
              </a:buClr>
              <a:buSzPct val="115000"/>
            </a:pPr>
            <a:r>
              <a:rPr lang="en-US" sz="2200" b="1" noProof="0" dirty="0" err="1" smtClean="0">
                <a:latin typeface="Arial" panose="020B0604020202020204" pitchFamily="34" charset="0"/>
                <a:cs typeface="Arial" panose="020B0604020202020204" pitchFamily="34" charset="0"/>
              </a:rPr>
              <a:t>Fazit</a:t>
            </a:r>
            <a:r>
              <a:rPr lang="en-US" sz="2200" b="1" noProof="0" dirty="0" smtClean="0">
                <a:latin typeface="Arial" panose="020B0604020202020204" pitchFamily="34" charset="0"/>
                <a:cs typeface="Arial" panose="020B0604020202020204" pitchFamily="34" charset="0"/>
              </a:rPr>
              <a:t>:</a:t>
            </a:r>
            <a:endParaRPr lang="en-US" sz="2200" b="1" noProof="0" dirty="0">
              <a:latin typeface="Arial" panose="020B0604020202020204" pitchFamily="34" charset="0"/>
              <a:cs typeface="Arial" panose="020B0604020202020204" pitchFamily="34" charset="0"/>
            </a:endParaRPr>
          </a:p>
        </p:txBody>
      </p:sp>
      <p:sp>
        <p:nvSpPr>
          <p:cNvPr id="10" name="Textplatzhalter 6"/>
          <p:cNvSpPr>
            <a:spLocks noGrp="1"/>
          </p:cNvSpPr>
          <p:nvPr>
            <p:ph type="body" sz="quarter" idx="14" hasCustomPrompt="1"/>
          </p:nvPr>
        </p:nvSpPr>
        <p:spPr>
          <a:xfrm>
            <a:off x="1259632" y="5988142"/>
            <a:ext cx="7489081" cy="369332"/>
          </a:xfrm>
        </p:spPr>
        <p:txBody>
          <a:bodyPr/>
          <a:lstStyle>
            <a:lvl1pPr marL="0" indent="0">
              <a:buNone/>
              <a:defRPr baseline="0"/>
            </a:lvl1pPr>
          </a:lstStyle>
          <a:p>
            <a:pPr lvl="0"/>
            <a:r>
              <a:rPr lang="de-DE" dirty="0" smtClean="0"/>
              <a:t>&lt;Text&gt;</a:t>
            </a:r>
          </a:p>
        </p:txBody>
      </p:sp>
    </p:spTree>
    <p:extLst>
      <p:ext uri="{BB962C8B-B14F-4D97-AF65-F5344CB8AC3E}">
        <p14:creationId xmlns:p14="http://schemas.microsoft.com/office/powerpoint/2010/main" val="380991589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spaltig_mit Abschnitt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noProof="0" dirty="0" err="1" smtClean="0"/>
              <a:t>Titel</a:t>
            </a:r>
            <a:endParaRPr lang="en-US" noProof="0" dirty="0"/>
          </a:p>
        </p:txBody>
      </p:sp>
      <p:sp>
        <p:nvSpPr>
          <p:cNvPr id="3" name="Inhaltsplatzhalter 2"/>
          <p:cNvSpPr>
            <a:spLocks noGrp="1"/>
          </p:cNvSpPr>
          <p:nvPr>
            <p:ph idx="1"/>
          </p:nvPr>
        </p:nvSpPr>
        <p:spPr/>
        <p:txBody>
          <a:bodyPr>
            <a:noAutofit/>
          </a:bodyPr>
          <a:lstStyle>
            <a:lvl2pPr>
              <a:defRPr/>
            </a:lvl2pPr>
            <a:lvl3pPr>
              <a:defRPr/>
            </a:lvl3pPr>
          </a:lstStyle>
          <a:p>
            <a:pPr lvl="0"/>
            <a:r>
              <a:rPr lang="en-US" noProof="0" dirty="0" smtClean="0"/>
              <a:t>Text</a:t>
            </a:r>
          </a:p>
          <a:p>
            <a:pPr lvl="1"/>
            <a:r>
              <a:rPr lang="en-US" noProof="0" dirty="0" err="1" smtClean="0"/>
              <a:t>Ebene</a:t>
            </a:r>
            <a:r>
              <a:rPr lang="en-US" noProof="0" dirty="0" smtClean="0"/>
              <a:t> 2</a:t>
            </a:r>
          </a:p>
          <a:p>
            <a:pPr lvl="2"/>
            <a:r>
              <a:rPr lang="en-US" noProof="0" dirty="0" err="1" smtClean="0"/>
              <a:t>Ebene</a:t>
            </a:r>
            <a:r>
              <a:rPr lang="en-US" noProof="0" dirty="0" smtClean="0"/>
              <a:t> 3</a:t>
            </a:r>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18" name="Bildplatzhalter 15"/>
          <p:cNvSpPr>
            <a:spLocks noGrp="1"/>
          </p:cNvSpPr>
          <p:nvPr>
            <p:ph type="pic" sz="quarter" idx="13"/>
          </p:nvPr>
        </p:nvSpPr>
        <p:spPr>
          <a:xfrm>
            <a:off x="3825875" y="1476375"/>
            <a:ext cx="4895850" cy="3968750"/>
          </a:xfrm>
        </p:spPr>
        <p:txBody>
          <a:bodyPr/>
          <a:lstStyle>
            <a:lvl1pPr marL="0" indent="0">
              <a:buNone/>
              <a:defRPr>
                <a:solidFill>
                  <a:schemeClr val="bg1"/>
                </a:solidFill>
              </a:defRPr>
            </a:lvl1pPr>
          </a:lstStyle>
          <a:p>
            <a:endParaRPr lang="en-US" noProof="0" dirty="0"/>
          </a:p>
        </p:txBody>
      </p:sp>
      <p:sp>
        <p:nvSpPr>
          <p:cNvPr id="21" name="Textplatzhalter 6"/>
          <p:cNvSpPr>
            <a:spLocks noGrp="1"/>
          </p:cNvSpPr>
          <p:nvPr>
            <p:ph type="body" sz="quarter" idx="14" hasCustomPrompt="1"/>
          </p:nvPr>
        </p:nvSpPr>
        <p:spPr>
          <a:xfrm>
            <a:off x="423863"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1&gt;</a:t>
            </a:r>
          </a:p>
        </p:txBody>
      </p:sp>
      <p:sp>
        <p:nvSpPr>
          <p:cNvPr id="26" name="Textplatzhalter 6"/>
          <p:cNvSpPr>
            <a:spLocks noGrp="1"/>
          </p:cNvSpPr>
          <p:nvPr>
            <p:ph type="body" sz="quarter" idx="15" hasCustomPrompt="1"/>
          </p:nvPr>
        </p:nvSpPr>
        <p:spPr>
          <a:xfrm>
            <a:off x="2127250"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0"/>
            <a:r>
              <a:rPr lang="de-DE" dirty="0" smtClean="0"/>
              <a:t>&lt;Name Abschnitt 2&gt;</a:t>
            </a:r>
          </a:p>
        </p:txBody>
      </p:sp>
      <p:sp>
        <p:nvSpPr>
          <p:cNvPr id="27" name="Textplatzhalter 6"/>
          <p:cNvSpPr>
            <a:spLocks noGrp="1"/>
          </p:cNvSpPr>
          <p:nvPr>
            <p:ph type="body" sz="quarter" idx="16" hasCustomPrompt="1"/>
          </p:nvPr>
        </p:nvSpPr>
        <p:spPr>
          <a:xfrm>
            <a:off x="3820904"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3&gt;</a:t>
            </a:r>
          </a:p>
        </p:txBody>
      </p:sp>
      <p:sp>
        <p:nvSpPr>
          <p:cNvPr id="28" name="Textplatzhalter 6"/>
          <p:cNvSpPr>
            <a:spLocks noGrp="1"/>
          </p:cNvSpPr>
          <p:nvPr>
            <p:ph type="body" sz="quarter" idx="17" hasCustomPrompt="1"/>
          </p:nvPr>
        </p:nvSpPr>
        <p:spPr>
          <a:xfrm>
            <a:off x="5524291"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baseline="0">
                <a:solidFill>
                  <a:schemeClr val="bg1">
                    <a:lumMod val="50000"/>
                  </a:schemeClr>
                </a:solidFill>
              </a:defRPr>
            </a:lvl2pPr>
          </a:lstStyle>
          <a:p>
            <a:pPr lvl="1"/>
            <a:r>
              <a:rPr lang="de-DE" dirty="0" smtClean="0"/>
              <a:t>&lt;Name Abschnitt 4&gt;</a:t>
            </a:r>
          </a:p>
        </p:txBody>
      </p:sp>
      <p:sp>
        <p:nvSpPr>
          <p:cNvPr id="29" name="Textplatzhalter 6"/>
          <p:cNvSpPr>
            <a:spLocks noGrp="1"/>
          </p:cNvSpPr>
          <p:nvPr>
            <p:ph type="body" sz="quarter" idx="18" hasCustomPrompt="1"/>
          </p:nvPr>
        </p:nvSpPr>
        <p:spPr>
          <a:xfrm>
            <a:off x="7229475"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5&gt;</a:t>
            </a:r>
          </a:p>
        </p:txBody>
      </p:sp>
    </p:spTree>
    <p:extLst>
      <p:ext uri="{BB962C8B-B14F-4D97-AF65-F5344CB8AC3E}">
        <p14:creationId xmlns:p14="http://schemas.microsoft.com/office/powerpoint/2010/main" val="320334238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spaltig_mit Quellenangab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noProof="0" dirty="0" err="1" smtClean="0"/>
              <a:t>Titel</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en-US" noProof="0" dirty="0" smtClean="0"/>
              <a:t>Text</a:t>
            </a:r>
          </a:p>
          <a:p>
            <a:pPr lvl="1"/>
            <a:r>
              <a:rPr lang="en-US" noProof="0" dirty="0" err="1" smtClean="0"/>
              <a:t>Ebene</a:t>
            </a:r>
            <a:r>
              <a:rPr lang="en-US" noProof="0" dirty="0" smtClean="0"/>
              <a:t> 2</a:t>
            </a:r>
          </a:p>
          <a:p>
            <a:pPr lvl="2"/>
            <a:r>
              <a:rPr lang="en-US" noProof="0" dirty="0" err="1" smtClean="0"/>
              <a:t>Ebene</a:t>
            </a:r>
            <a:r>
              <a:rPr lang="en-US" noProof="0" dirty="0" smtClean="0"/>
              <a:t> 3</a:t>
            </a:r>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11" name="Bildplatzhalter 15"/>
          <p:cNvSpPr>
            <a:spLocks noGrp="1"/>
          </p:cNvSpPr>
          <p:nvPr>
            <p:ph type="pic" sz="quarter" idx="13"/>
          </p:nvPr>
        </p:nvSpPr>
        <p:spPr>
          <a:xfrm>
            <a:off x="3825875" y="1476375"/>
            <a:ext cx="4895850" cy="3968750"/>
          </a:xfrm>
        </p:spPr>
        <p:txBody>
          <a:bodyPr/>
          <a:lstStyle>
            <a:lvl1pPr marL="0" indent="0">
              <a:buNone/>
              <a:defRPr>
                <a:solidFill>
                  <a:schemeClr val="bg1"/>
                </a:solidFill>
              </a:defRPr>
            </a:lvl1pPr>
          </a:lstStyle>
          <a:p>
            <a:endParaRPr lang="en-US" noProof="0" dirty="0"/>
          </a:p>
        </p:txBody>
      </p:sp>
      <p:sp>
        <p:nvSpPr>
          <p:cNvPr id="8" name="Textfeld 7"/>
          <p:cNvSpPr txBox="1"/>
          <p:nvPr userDrawn="1"/>
        </p:nvSpPr>
        <p:spPr>
          <a:xfrm>
            <a:off x="418061" y="6113175"/>
            <a:ext cx="432000" cy="138499"/>
          </a:xfrm>
          <a:prstGeom prst="rect">
            <a:avLst/>
          </a:prstGeom>
          <a:noFill/>
        </p:spPr>
        <p:txBody>
          <a:bodyPr wrap="square" lIns="0" tIns="0" rIns="0" bIns="0" rtlCol="0" anchor="ctr">
            <a:noAutofit/>
          </a:bodyPr>
          <a:lstStyle/>
          <a:p>
            <a:pPr>
              <a:spcBef>
                <a:spcPts val="900"/>
              </a:spcBef>
              <a:buClr>
                <a:srgbClr val="BE0000"/>
              </a:buClr>
              <a:buSzPct val="115000"/>
            </a:pPr>
            <a:r>
              <a:rPr lang="en-US" sz="900" b="1" noProof="0" dirty="0" err="1" smtClean="0">
                <a:latin typeface="Arial" panose="020B0604020202020204" pitchFamily="34" charset="0"/>
                <a:cs typeface="Arial" panose="020B0604020202020204" pitchFamily="34" charset="0"/>
              </a:rPr>
              <a:t>Quelle</a:t>
            </a:r>
            <a:r>
              <a:rPr lang="en-US" sz="900" b="1" noProof="0" dirty="0" smtClean="0">
                <a:latin typeface="Arial" panose="020B0604020202020204" pitchFamily="34" charset="0"/>
                <a:cs typeface="Arial" panose="020B0604020202020204" pitchFamily="34" charset="0"/>
              </a:rPr>
              <a:t>:</a:t>
            </a:r>
            <a:endParaRPr lang="en-US" sz="900" b="1" noProof="0" dirty="0">
              <a:latin typeface="Arial" panose="020B0604020202020204" pitchFamily="34" charset="0"/>
              <a:cs typeface="Arial" panose="020B0604020202020204" pitchFamily="34" charset="0"/>
            </a:endParaRPr>
          </a:p>
        </p:txBody>
      </p:sp>
      <p:sp>
        <p:nvSpPr>
          <p:cNvPr id="10" name="Textplatzhalter 6"/>
          <p:cNvSpPr>
            <a:spLocks noGrp="1"/>
          </p:cNvSpPr>
          <p:nvPr>
            <p:ph type="body" sz="quarter" idx="14" hasCustomPrompt="1"/>
          </p:nvPr>
        </p:nvSpPr>
        <p:spPr>
          <a:xfrm>
            <a:off x="874558" y="6112420"/>
            <a:ext cx="7847167" cy="139254"/>
          </a:xfrm>
        </p:spPr>
        <p:txBody>
          <a:bodyPr>
            <a:normAutofit/>
          </a:bodyPr>
          <a:lstStyle>
            <a:lvl1pPr marL="0" indent="0">
              <a:buNone/>
              <a:defRPr sz="900" baseline="0"/>
            </a:lvl1pPr>
          </a:lstStyle>
          <a:p>
            <a:pPr lvl="0"/>
            <a:r>
              <a:rPr lang="de-DE" dirty="0" smtClean="0"/>
              <a:t>&lt;Quellenverweis&gt;</a:t>
            </a:r>
          </a:p>
        </p:txBody>
      </p:sp>
    </p:spTree>
    <p:extLst>
      <p:ext uri="{BB962C8B-B14F-4D97-AF65-F5344CB8AC3E}">
        <p14:creationId xmlns:p14="http://schemas.microsoft.com/office/powerpoint/2010/main" val="170963214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lseitiger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noProof="0" dirty="0" err="1" smtClean="0"/>
              <a:t>Titel</a:t>
            </a:r>
            <a:endParaRPr lang="en-US" noProof="0" dirty="0"/>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Tree>
    <p:extLst>
      <p:ext uri="{BB962C8B-B14F-4D97-AF65-F5344CB8AC3E}">
        <p14:creationId xmlns:p14="http://schemas.microsoft.com/office/powerpoint/2010/main" val="97996220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ontaktinformation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noProof="0" dirty="0" err="1" smtClean="0"/>
              <a:t>Titel</a:t>
            </a:r>
            <a:endParaRPr lang="en-US" noProof="0" dirty="0"/>
          </a:p>
        </p:txBody>
      </p:sp>
      <p:sp>
        <p:nvSpPr>
          <p:cNvPr id="5" name="Fußzeilenplatzhalter 4"/>
          <p:cNvSpPr>
            <a:spLocks noGrp="1"/>
          </p:cNvSpPr>
          <p:nvPr>
            <p:ph type="ftr" sz="quarter" idx="11"/>
          </p:nvPr>
        </p:nvSpPr>
        <p:spPr/>
        <p:txBody>
          <a:bodyPr/>
          <a:lstStyle/>
          <a:p>
            <a:r>
              <a:rPr lang="en-US" noProof="0" dirty="0" smtClean="0"/>
              <a:t>© BRUSA</a:t>
            </a:r>
            <a:endParaRPr lang="en-US" noProof="0" dirty="0"/>
          </a:p>
        </p:txBody>
      </p:sp>
      <p:sp>
        <p:nvSpPr>
          <p:cNvPr id="6" name="Foliennummernplatzhalter 5"/>
          <p:cNvSpPr>
            <a:spLocks noGrp="1"/>
          </p:cNvSpPr>
          <p:nvPr>
            <p:ph type="sldNum" sz="quarter" idx="12"/>
          </p:nvPr>
        </p:nvSpPr>
        <p:spPr/>
        <p:txBody>
          <a:bodyPr/>
          <a:lstStyle/>
          <a:p>
            <a:fld id="{6C6AE60A-B69C-4790-82F7-3882EDF23186}" type="slidenum">
              <a:rPr lang="en-US" noProof="0" smtClean="0"/>
              <a:t>‹Nr.›</a:t>
            </a:fld>
            <a:endParaRPr lang="en-US" noProof="0" dirty="0"/>
          </a:p>
        </p:txBody>
      </p:sp>
      <p:sp>
        <p:nvSpPr>
          <p:cNvPr id="23" name="Textplatzhalter 6"/>
          <p:cNvSpPr>
            <a:spLocks noGrp="1"/>
          </p:cNvSpPr>
          <p:nvPr>
            <p:ph type="body" sz="quarter" idx="13" hasCustomPrompt="1"/>
          </p:nvPr>
        </p:nvSpPr>
        <p:spPr>
          <a:xfrm>
            <a:off x="423863" y="2361915"/>
            <a:ext cx="8297862" cy="432060"/>
          </a:xfrm>
          <a:prstGeom prst="rect">
            <a:avLst/>
          </a:prstGeom>
        </p:spPr>
        <p:txBody>
          <a:bodyPr wrap="square" lIns="0" tIns="0" rIns="0" bIns="0" anchor="ctr"/>
          <a:lstStyle>
            <a:lvl1pPr marL="0" indent="0">
              <a:buNone/>
              <a:defRPr sz="2200" b="1"/>
            </a:lvl1pPr>
          </a:lstStyle>
          <a:p>
            <a:pPr lvl="0"/>
            <a:r>
              <a:rPr lang="en-US" noProof="0" dirty="0" smtClean="0"/>
              <a:t>Name</a:t>
            </a:r>
          </a:p>
        </p:txBody>
      </p:sp>
      <p:sp>
        <p:nvSpPr>
          <p:cNvPr id="24" name="Textplatzhalter 6"/>
          <p:cNvSpPr>
            <a:spLocks noGrp="1"/>
          </p:cNvSpPr>
          <p:nvPr>
            <p:ph type="body" sz="quarter" idx="14" hasCustomPrompt="1"/>
          </p:nvPr>
        </p:nvSpPr>
        <p:spPr>
          <a:xfrm>
            <a:off x="423863" y="2885550"/>
            <a:ext cx="8297862" cy="288040"/>
          </a:xfrm>
          <a:prstGeom prst="rect">
            <a:avLst/>
          </a:prstGeom>
        </p:spPr>
        <p:txBody>
          <a:bodyPr wrap="square" lIns="0" tIns="0" rIns="0" bIns="0" anchor="ctr"/>
          <a:lstStyle>
            <a:lvl1pPr marL="0" indent="0">
              <a:buNone/>
              <a:defRPr sz="1800" b="0"/>
            </a:lvl1pPr>
          </a:lstStyle>
          <a:p>
            <a:pPr lvl="0"/>
            <a:r>
              <a:rPr lang="en-US" noProof="0" dirty="0" err="1" smtClean="0"/>
              <a:t>Funktion</a:t>
            </a:r>
            <a:endParaRPr lang="en-US" noProof="0" dirty="0" smtClean="0"/>
          </a:p>
        </p:txBody>
      </p:sp>
      <p:sp>
        <p:nvSpPr>
          <p:cNvPr id="25" name="Textplatzhalter 6"/>
          <p:cNvSpPr>
            <a:spLocks noGrp="1"/>
          </p:cNvSpPr>
          <p:nvPr>
            <p:ph type="body" sz="quarter" idx="15" hasCustomPrompt="1"/>
          </p:nvPr>
        </p:nvSpPr>
        <p:spPr>
          <a:xfrm>
            <a:off x="423863" y="3228450"/>
            <a:ext cx="8297862" cy="288040"/>
          </a:xfrm>
          <a:prstGeom prst="rect">
            <a:avLst/>
          </a:prstGeom>
        </p:spPr>
        <p:txBody>
          <a:bodyPr wrap="square" lIns="0" tIns="0" rIns="0" bIns="0" anchor="ctr"/>
          <a:lstStyle>
            <a:lvl1pPr marL="0" indent="0">
              <a:buNone/>
              <a:defRPr sz="1800" b="0"/>
            </a:lvl1pPr>
          </a:lstStyle>
          <a:p>
            <a:pPr lvl="0"/>
            <a:r>
              <a:rPr lang="en-US" noProof="0" dirty="0" err="1" smtClean="0"/>
              <a:t>Telefonnummer</a:t>
            </a:r>
            <a:endParaRPr lang="en-US" noProof="0" dirty="0" smtClean="0"/>
          </a:p>
        </p:txBody>
      </p:sp>
      <p:sp>
        <p:nvSpPr>
          <p:cNvPr id="26" name="Textplatzhalter 6"/>
          <p:cNvSpPr>
            <a:spLocks noGrp="1"/>
          </p:cNvSpPr>
          <p:nvPr>
            <p:ph type="body" sz="quarter" idx="16" hasCustomPrompt="1"/>
          </p:nvPr>
        </p:nvSpPr>
        <p:spPr>
          <a:xfrm>
            <a:off x="423863" y="3571350"/>
            <a:ext cx="8297862" cy="288040"/>
          </a:xfrm>
          <a:prstGeom prst="rect">
            <a:avLst/>
          </a:prstGeom>
        </p:spPr>
        <p:txBody>
          <a:bodyPr wrap="square" lIns="0" tIns="0" rIns="0" bIns="0" anchor="ctr"/>
          <a:lstStyle>
            <a:lvl1pPr marL="0" indent="0">
              <a:buNone/>
              <a:defRPr sz="1800" b="0"/>
            </a:lvl1pPr>
          </a:lstStyle>
          <a:p>
            <a:pPr lvl="0"/>
            <a:r>
              <a:rPr lang="en-US" noProof="0" dirty="0" smtClean="0"/>
              <a:t>E-Mail </a:t>
            </a:r>
            <a:r>
              <a:rPr lang="en-US" noProof="0" dirty="0" err="1" smtClean="0"/>
              <a:t>Adresse</a:t>
            </a:r>
            <a:endParaRPr lang="en-US" noProof="0" dirty="0" smtClean="0"/>
          </a:p>
        </p:txBody>
      </p:sp>
    </p:spTree>
    <p:extLst>
      <p:ext uri="{BB962C8B-B14F-4D97-AF65-F5344CB8AC3E}">
        <p14:creationId xmlns:p14="http://schemas.microsoft.com/office/powerpoint/2010/main" val="3796382060"/>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spaltiger 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noProof="0" dirty="0" err="1" smtClean="0"/>
              <a:t>Titel</a:t>
            </a:r>
            <a:endParaRPr lang="en-US" noProof="0" dirty="0"/>
          </a:p>
        </p:txBody>
      </p:sp>
      <p:sp>
        <p:nvSpPr>
          <p:cNvPr id="3" name="Fußzeilenplatzhalter 2"/>
          <p:cNvSpPr>
            <a:spLocks noGrp="1"/>
          </p:cNvSpPr>
          <p:nvPr>
            <p:ph type="ftr" sz="quarter" idx="10"/>
          </p:nvPr>
        </p:nvSpPr>
        <p:spPr/>
        <p:txBody>
          <a:bodyPr/>
          <a:lstStyle/>
          <a:p>
            <a:r>
              <a:rPr lang="en-US" noProof="0" dirty="0" smtClean="0"/>
              <a:t>© BRUSA</a:t>
            </a:r>
            <a:endParaRPr lang="en-US" noProof="0" dirty="0"/>
          </a:p>
        </p:txBody>
      </p:sp>
      <p:sp>
        <p:nvSpPr>
          <p:cNvPr id="4" name="Foliennummernplatzhalter 3"/>
          <p:cNvSpPr>
            <a:spLocks noGrp="1"/>
          </p:cNvSpPr>
          <p:nvPr>
            <p:ph type="sldNum" sz="quarter" idx="11"/>
          </p:nvPr>
        </p:nvSpPr>
        <p:spPr/>
        <p:txBody>
          <a:bodyPr/>
          <a:lstStyle/>
          <a:p>
            <a:fld id="{6C6AE60A-B69C-4790-82F7-3882EDF23186}" type="slidenum">
              <a:rPr lang="en-US" noProof="0" smtClean="0"/>
              <a:pPr/>
              <a:t>‹Nr.›</a:t>
            </a:fld>
            <a:endParaRPr lang="en-US" noProof="0" dirty="0"/>
          </a:p>
        </p:txBody>
      </p:sp>
      <p:sp>
        <p:nvSpPr>
          <p:cNvPr id="12" name="Bildplatzhalter 11"/>
          <p:cNvSpPr>
            <a:spLocks noGrp="1"/>
          </p:cNvSpPr>
          <p:nvPr>
            <p:ph type="pic" sz="quarter" idx="12"/>
          </p:nvPr>
        </p:nvSpPr>
        <p:spPr>
          <a:xfrm>
            <a:off x="423863" y="1469105"/>
            <a:ext cx="2484000" cy="2484000"/>
          </a:xfrm>
          <a:prstGeom prst="rect">
            <a:avLst/>
          </a:prstGeom>
        </p:spPr>
        <p:txBody>
          <a:bodyPr/>
          <a:lstStyle>
            <a:lvl1pPr marL="0" indent="0">
              <a:buNone/>
              <a:defRPr>
                <a:solidFill>
                  <a:schemeClr val="bg1"/>
                </a:solidFill>
              </a:defRPr>
            </a:lvl1pPr>
          </a:lstStyle>
          <a:p>
            <a:endParaRPr lang="en-US" noProof="0" dirty="0"/>
          </a:p>
        </p:txBody>
      </p:sp>
      <p:sp>
        <p:nvSpPr>
          <p:cNvPr id="13" name="Bildplatzhalter 11"/>
          <p:cNvSpPr>
            <a:spLocks noGrp="1"/>
          </p:cNvSpPr>
          <p:nvPr>
            <p:ph type="pic" sz="quarter" idx="13"/>
          </p:nvPr>
        </p:nvSpPr>
        <p:spPr>
          <a:xfrm>
            <a:off x="3328835" y="1469105"/>
            <a:ext cx="2484000" cy="2484000"/>
          </a:xfrm>
          <a:prstGeom prst="rect">
            <a:avLst/>
          </a:prstGeom>
        </p:spPr>
        <p:txBody>
          <a:bodyPr/>
          <a:lstStyle>
            <a:lvl1pPr marL="0" indent="0">
              <a:buNone/>
              <a:defRPr>
                <a:solidFill>
                  <a:schemeClr val="bg1"/>
                </a:solidFill>
              </a:defRPr>
            </a:lvl1pPr>
          </a:lstStyle>
          <a:p>
            <a:endParaRPr lang="en-US" noProof="0" dirty="0"/>
          </a:p>
        </p:txBody>
      </p:sp>
      <p:sp>
        <p:nvSpPr>
          <p:cNvPr id="14" name="Bildplatzhalter 11"/>
          <p:cNvSpPr>
            <a:spLocks noGrp="1"/>
          </p:cNvSpPr>
          <p:nvPr>
            <p:ph type="pic" sz="quarter" idx="14"/>
          </p:nvPr>
        </p:nvSpPr>
        <p:spPr>
          <a:xfrm>
            <a:off x="6233807" y="1469105"/>
            <a:ext cx="2484000" cy="2484000"/>
          </a:xfrm>
          <a:prstGeom prst="rect">
            <a:avLst/>
          </a:prstGeom>
        </p:spPr>
        <p:txBody>
          <a:bodyPr/>
          <a:lstStyle>
            <a:lvl1pPr marL="0" indent="0">
              <a:buNone/>
              <a:defRPr>
                <a:solidFill>
                  <a:schemeClr val="bg1"/>
                </a:solidFill>
              </a:defRPr>
            </a:lvl1pPr>
          </a:lstStyle>
          <a:p>
            <a:endParaRPr lang="en-US" noProof="0" dirty="0"/>
          </a:p>
        </p:txBody>
      </p:sp>
      <p:sp>
        <p:nvSpPr>
          <p:cNvPr id="16" name="Textplatzhalter 15"/>
          <p:cNvSpPr>
            <a:spLocks noGrp="1"/>
          </p:cNvSpPr>
          <p:nvPr>
            <p:ph type="body" sz="quarter" idx="15" hasCustomPrompt="1"/>
          </p:nvPr>
        </p:nvSpPr>
        <p:spPr>
          <a:xfrm>
            <a:off x="423863" y="4077090"/>
            <a:ext cx="2484000" cy="318056"/>
          </a:xfrm>
          <a:prstGeom prst="rect">
            <a:avLst/>
          </a:prstGeom>
        </p:spPr>
        <p:txBody>
          <a:bodyPr lIns="0" tIns="0" rIns="0" bIns="0"/>
          <a:lstStyle>
            <a:lvl1pPr marL="0" indent="0">
              <a:buNone/>
              <a:defRPr sz="1800" b="1"/>
            </a:lvl1pPr>
          </a:lstStyle>
          <a:p>
            <a:pPr lvl="0"/>
            <a:r>
              <a:rPr lang="en-US" noProof="0" dirty="0" err="1" smtClean="0"/>
              <a:t>Überschrift</a:t>
            </a:r>
            <a:endParaRPr lang="en-US" noProof="0" dirty="0"/>
          </a:p>
        </p:txBody>
      </p:sp>
      <p:sp>
        <p:nvSpPr>
          <p:cNvPr id="17" name="Textplatzhalter 15"/>
          <p:cNvSpPr>
            <a:spLocks noGrp="1"/>
          </p:cNvSpPr>
          <p:nvPr>
            <p:ph type="body" sz="quarter" idx="16" hasCustomPrompt="1"/>
          </p:nvPr>
        </p:nvSpPr>
        <p:spPr>
          <a:xfrm>
            <a:off x="423863" y="4437139"/>
            <a:ext cx="2484000" cy="1007985"/>
          </a:xfrm>
          <a:prstGeom prst="rect">
            <a:avLst/>
          </a:prstGeom>
        </p:spPr>
        <p:txBody>
          <a:bodyPr lIns="0" tIns="0" rIns="0" bIns="0"/>
          <a:lstStyle>
            <a:lvl1pPr marL="177800" indent="-177800">
              <a:spcBef>
                <a:spcPts val="300"/>
              </a:spcBef>
              <a:buFont typeface="Arial" panose="020B0604020202020204" pitchFamily="34" charset="0"/>
              <a:buChar char="▪"/>
              <a:defRPr sz="1400" b="0" baseline="0"/>
            </a:lvl1pPr>
          </a:lstStyle>
          <a:p>
            <a:pPr lvl="0"/>
            <a:r>
              <a:rPr lang="en-US" noProof="0" dirty="0" err="1" smtClean="0"/>
              <a:t>Optionaler</a:t>
            </a:r>
            <a:r>
              <a:rPr lang="en-US" noProof="0" dirty="0" smtClean="0"/>
              <a:t> Text</a:t>
            </a:r>
            <a:endParaRPr lang="en-US" noProof="0" dirty="0"/>
          </a:p>
        </p:txBody>
      </p:sp>
      <p:sp>
        <p:nvSpPr>
          <p:cNvPr id="18" name="Textplatzhalter 15"/>
          <p:cNvSpPr>
            <a:spLocks noGrp="1"/>
          </p:cNvSpPr>
          <p:nvPr>
            <p:ph type="body" sz="quarter" idx="17" hasCustomPrompt="1"/>
          </p:nvPr>
        </p:nvSpPr>
        <p:spPr>
          <a:xfrm>
            <a:off x="3328835" y="4077090"/>
            <a:ext cx="2484000" cy="318056"/>
          </a:xfrm>
          <a:prstGeom prst="rect">
            <a:avLst/>
          </a:prstGeom>
        </p:spPr>
        <p:txBody>
          <a:bodyPr lIns="0" tIns="0" rIns="0" bIns="0"/>
          <a:lstStyle>
            <a:lvl1pPr marL="0" indent="0">
              <a:buNone/>
              <a:defRPr sz="1800" b="1"/>
            </a:lvl1pPr>
          </a:lstStyle>
          <a:p>
            <a:pPr lvl="0"/>
            <a:r>
              <a:rPr lang="en-US" noProof="0" dirty="0" err="1" smtClean="0"/>
              <a:t>Überschrift</a:t>
            </a:r>
            <a:endParaRPr lang="en-US" noProof="0" dirty="0"/>
          </a:p>
        </p:txBody>
      </p:sp>
      <p:sp>
        <p:nvSpPr>
          <p:cNvPr id="19" name="Textplatzhalter 15"/>
          <p:cNvSpPr>
            <a:spLocks noGrp="1"/>
          </p:cNvSpPr>
          <p:nvPr>
            <p:ph type="body" sz="quarter" idx="18" hasCustomPrompt="1"/>
          </p:nvPr>
        </p:nvSpPr>
        <p:spPr>
          <a:xfrm>
            <a:off x="3328835" y="4437139"/>
            <a:ext cx="2484000" cy="1007985"/>
          </a:xfrm>
          <a:prstGeom prst="rect">
            <a:avLst/>
          </a:prstGeom>
        </p:spPr>
        <p:txBody>
          <a:bodyPr lIns="0" tIns="0" rIns="0" bIns="0"/>
          <a:lstStyle>
            <a:lvl1pPr marL="177800" indent="-177800">
              <a:spcBef>
                <a:spcPts val="300"/>
              </a:spcBef>
              <a:buFont typeface="Arial" panose="020B0604020202020204" pitchFamily="34" charset="0"/>
              <a:buChar char="▪"/>
              <a:defRPr sz="1400" b="0"/>
            </a:lvl1pPr>
          </a:lstStyle>
          <a:p>
            <a:pPr lvl="0"/>
            <a:r>
              <a:rPr lang="en-US" noProof="0" dirty="0" err="1" smtClean="0"/>
              <a:t>Optionaler</a:t>
            </a:r>
            <a:r>
              <a:rPr lang="en-US" noProof="0" dirty="0" smtClean="0"/>
              <a:t> Text</a:t>
            </a:r>
            <a:endParaRPr lang="en-US" noProof="0" dirty="0"/>
          </a:p>
        </p:txBody>
      </p:sp>
      <p:sp>
        <p:nvSpPr>
          <p:cNvPr id="20" name="Textplatzhalter 15"/>
          <p:cNvSpPr>
            <a:spLocks noGrp="1"/>
          </p:cNvSpPr>
          <p:nvPr>
            <p:ph type="body" sz="quarter" idx="19" hasCustomPrompt="1"/>
          </p:nvPr>
        </p:nvSpPr>
        <p:spPr>
          <a:xfrm>
            <a:off x="6233807" y="4077090"/>
            <a:ext cx="2484000" cy="318056"/>
          </a:xfrm>
          <a:prstGeom prst="rect">
            <a:avLst/>
          </a:prstGeom>
        </p:spPr>
        <p:txBody>
          <a:bodyPr lIns="0" tIns="0" rIns="0" bIns="0"/>
          <a:lstStyle>
            <a:lvl1pPr marL="0" indent="0">
              <a:buNone/>
              <a:defRPr sz="1800" b="1"/>
            </a:lvl1pPr>
          </a:lstStyle>
          <a:p>
            <a:pPr lvl="0"/>
            <a:r>
              <a:rPr lang="en-US" noProof="0" dirty="0" err="1" smtClean="0"/>
              <a:t>Überschrift</a:t>
            </a:r>
            <a:endParaRPr lang="en-US" noProof="0" dirty="0"/>
          </a:p>
        </p:txBody>
      </p:sp>
      <p:sp>
        <p:nvSpPr>
          <p:cNvPr id="21" name="Textplatzhalter 15"/>
          <p:cNvSpPr>
            <a:spLocks noGrp="1"/>
          </p:cNvSpPr>
          <p:nvPr>
            <p:ph type="body" sz="quarter" idx="20" hasCustomPrompt="1"/>
          </p:nvPr>
        </p:nvSpPr>
        <p:spPr>
          <a:xfrm>
            <a:off x="6233807" y="4437139"/>
            <a:ext cx="2484000" cy="1007985"/>
          </a:xfrm>
          <a:prstGeom prst="rect">
            <a:avLst/>
          </a:prstGeom>
        </p:spPr>
        <p:txBody>
          <a:bodyPr lIns="0" tIns="0" rIns="0" bIns="0"/>
          <a:lstStyle>
            <a:lvl1pPr marL="177800" indent="-177800">
              <a:spcBef>
                <a:spcPts val="300"/>
              </a:spcBef>
              <a:buFont typeface="Arial" panose="020B0604020202020204" pitchFamily="34" charset="0"/>
              <a:buChar char="▪"/>
              <a:defRPr sz="1400" b="0"/>
            </a:lvl1pPr>
          </a:lstStyle>
          <a:p>
            <a:pPr lvl="0"/>
            <a:r>
              <a:rPr lang="en-US" noProof="0" dirty="0" err="1" smtClean="0"/>
              <a:t>Optionaler</a:t>
            </a:r>
            <a:r>
              <a:rPr lang="en-US" noProof="0" dirty="0" smtClean="0"/>
              <a:t> Text</a:t>
            </a:r>
            <a:endParaRPr lang="en-US" noProof="0" dirty="0"/>
          </a:p>
        </p:txBody>
      </p:sp>
    </p:spTree>
    <p:extLst>
      <p:ext uri="{BB962C8B-B14F-4D97-AF65-F5344CB8AC3E}">
        <p14:creationId xmlns:p14="http://schemas.microsoft.com/office/powerpoint/2010/main" val="1463645852"/>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Rectangle 7"/>
          <p:cNvSpPr>
            <a:spLocks noChangeArrowheads="1"/>
          </p:cNvSpPr>
          <p:nvPr userDrawn="1"/>
        </p:nvSpPr>
        <p:spPr bwMode="auto">
          <a:xfrm>
            <a:off x="0" y="0"/>
            <a:ext cx="9144000" cy="6858001"/>
          </a:xfrm>
          <a:prstGeom prst="rect">
            <a:avLst/>
          </a:prstGeom>
          <a:solidFill>
            <a:schemeClr val="bg2"/>
          </a:solidFill>
          <a:ln>
            <a:noFill/>
          </a:ln>
          <a:effectLst/>
          <a:extLst/>
        </p:spPr>
        <p:txBody>
          <a:bodyPr wrap="none" anchor="ctr"/>
          <a:lstStyle/>
          <a:p>
            <a:endParaRPr lang="en-US" noProof="0" dirty="0"/>
          </a:p>
        </p:txBody>
      </p:sp>
      <p:sp>
        <p:nvSpPr>
          <p:cNvPr id="8" name="Rechteck 7"/>
          <p:cNvSpPr/>
          <p:nvPr userDrawn="1"/>
        </p:nvSpPr>
        <p:spPr>
          <a:xfrm>
            <a:off x="0" y="6498000"/>
            <a:ext cx="9144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noProof="0" dirty="0"/>
          </a:p>
        </p:txBody>
      </p:sp>
      <p:sp>
        <p:nvSpPr>
          <p:cNvPr id="2" name="Titel 1"/>
          <p:cNvSpPr>
            <a:spLocks noGrp="1"/>
          </p:cNvSpPr>
          <p:nvPr>
            <p:ph type="title" hasCustomPrompt="1"/>
          </p:nvPr>
        </p:nvSpPr>
        <p:spPr/>
        <p:txBody>
          <a:bodyPr/>
          <a:lstStyle>
            <a:lvl1pPr>
              <a:defRPr/>
            </a:lvl1pPr>
          </a:lstStyle>
          <a:p>
            <a:r>
              <a:rPr lang="en-US" noProof="0" dirty="0" smtClean="0"/>
              <a:t>Agenda</a:t>
            </a:r>
            <a:endParaRPr lang="en-US" noProof="0" dirty="0"/>
          </a:p>
        </p:txBody>
      </p:sp>
      <p:sp>
        <p:nvSpPr>
          <p:cNvPr id="3" name="Fußzeilenplatzhalter 2"/>
          <p:cNvSpPr>
            <a:spLocks noGrp="1"/>
          </p:cNvSpPr>
          <p:nvPr>
            <p:ph type="ftr" sz="quarter" idx="10"/>
          </p:nvPr>
        </p:nvSpPr>
        <p:spPr/>
        <p:txBody>
          <a:bodyPr/>
          <a:lstStyle/>
          <a:p>
            <a:r>
              <a:rPr lang="en-US" noProof="0" dirty="0" smtClean="0"/>
              <a:t>© BRUSA</a:t>
            </a:r>
            <a:endParaRPr lang="en-US" noProof="0" dirty="0"/>
          </a:p>
        </p:txBody>
      </p:sp>
      <p:sp>
        <p:nvSpPr>
          <p:cNvPr id="4" name="Foliennummernplatzhalter 3"/>
          <p:cNvSpPr>
            <a:spLocks noGrp="1"/>
          </p:cNvSpPr>
          <p:nvPr>
            <p:ph type="sldNum" sz="quarter" idx="11"/>
          </p:nvPr>
        </p:nvSpPr>
        <p:spPr/>
        <p:txBody>
          <a:bodyPr/>
          <a:lstStyle/>
          <a:p>
            <a:fld id="{6C6AE60A-B69C-4790-82F7-3882EDF23186}" type="slidenum">
              <a:rPr lang="en-US" noProof="0" smtClean="0"/>
              <a:pPr/>
              <a:t>‹Nr.›</a:t>
            </a:fld>
            <a:endParaRPr lang="en-US" noProof="0" dirty="0"/>
          </a:p>
        </p:txBody>
      </p:sp>
      <p:sp>
        <p:nvSpPr>
          <p:cNvPr id="6" name="Inhaltsplatzhalter 2"/>
          <p:cNvSpPr>
            <a:spLocks noGrp="1"/>
          </p:cNvSpPr>
          <p:nvPr>
            <p:ph idx="1" hasCustomPrompt="1"/>
          </p:nvPr>
        </p:nvSpPr>
        <p:spPr>
          <a:xfrm>
            <a:off x="399409" y="1400177"/>
            <a:ext cx="6743611" cy="4029074"/>
          </a:xfrm>
          <a:prstGeom prst="rect">
            <a:avLst/>
          </a:prstGeom>
        </p:spPr>
        <p:txBody>
          <a:bodyPr lIns="0" tIns="0" rIns="0" bIns="0"/>
          <a:lstStyle>
            <a:lvl1pPr>
              <a:spcBef>
                <a:spcPts val="600"/>
              </a:spcBef>
              <a:defRPr sz="2200" baseline="0"/>
            </a:lvl1pPr>
            <a:lvl2pPr marL="268288" indent="-268288">
              <a:spcBef>
                <a:spcPts val="600"/>
              </a:spcBef>
              <a:buClr>
                <a:schemeClr val="bg2"/>
              </a:buClr>
              <a:tabLst/>
              <a:defRPr sz="2200">
                <a:solidFill>
                  <a:schemeClr val="bg1">
                    <a:lumMod val="50000"/>
                  </a:schemeClr>
                </a:solidFill>
              </a:defRPr>
            </a:lvl2pPr>
          </a:lstStyle>
          <a:p>
            <a:pPr lvl="0"/>
            <a:r>
              <a:rPr lang="en-US" noProof="0" dirty="0" err="1" smtClean="0"/>
              <a:t>Agendapunkt</a:t>
            </a:r>
            <a:r>
              <a:rPr lang="en-US" noProof="0" dirty="0" smtClean="0"/>
              <a:t> 1</a:t>
            </a:r>
          </a:p>
          <a:p>
            <a:pPr lvl="1"/>
            <a:r>
              <a:rPr lang="en-US" noProof="0" dirty="0" err="1" smtClean="0"/>
              <a:t>Agendapunkt</a:t>
            </a:r>
            <a:r>
              <a:rPr lang="en-US" noProof="0" dirty="0" smtClean="0"/>
              <a:t> 2</a:t>
            </a:r>
          </a:p>
        </p:txBody>
      </p:sp>
      <p:pic>
        <p:nvPicPr>
          <p:cNvPr id="9" name="Grafik 8"/>
          <p:cNvPicPr>
            <a:picLocks noChangeAspect="1"/>
          </p:cNvPicPr>
          <p:nvPr userDrawn="1"/>
        </p:nvPicPr>
        <p:blipFill>
          <a:blip r:embed="rId2" cstate="print">
            <a:lum bright="-5000" contrast="25000"/>
            <a:extLst>
              <a:ext uri="{28A0092B-C50C-407E-A947-70E740481C1C}">
                <a14:useLocalDpi xmlns:a14="http://schemas.microsoft.com/office/drawing/2010/main" val="0"/>
              </a:ext>
            </a:extLst>
          </a:blip>
          <a:stretch>
            <a:fillRect/>
          </a:stretch>
        </p:blipFill>
        <p:spPr>
          <a:xfrm>
            <a:off x="7633557" y="421184"/>
            <a:ext cx="1080000" cy="218780"/>
          </a:xfrm>
          <a:prstGeom prst="rect">
            <a:avLst/>
          </a:prstGeom>
        </p:spPr>
      </p:pic>
    </p:spTree>
    <p:extLst>
      <p:ext uri="{BB962C8B-B14F-4D97-AF65-F5344CB8AC3E}">
        <p14:creationId xmlns:p14="http://schemas.microsoft.com/office/powerpoint/2010/main" val="366367449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13" name="Rechteck 12"/>
          <p:cNvSpPr/>
          <p:nvPr userDrawn="1"/>
        </p:nvSpPr>
        <p:spPr>
          <a:xfrm>
            <a:off x="0" y="4237200"/>
            <a:ext cx="9144000" cy="2620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noProof="0" dirty="0"/>
          </a:p>
        </p:txBody>
      </p:sp>
      <p:sp>
        <p:nvSpPr>
          <p:cNvPr id="14" name="Rechteck 13"/>
          <p:cNvSpPr/>
          <p:nvPr userDrawn="1"/>
        </p:nvSpPr>
        <p:spPr>
          <a:xfrm>
            <a:off x="0" y="5854800"/>
            <a:ext cx="9144000" cy="1003200"/>
          </a:xfrm>
          <a:prstGeom prst="rect">
            <a:avLst/>
          </a:prstGeom>
          <a:solidFill>
            <a:srgbClr val="BE0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noProof="0" dirty="0"/>
          </a:p>
        </p:txBody>
      </p:sp>
      <p:sp>
        <p:nvSpPr>
          <p:cNvPr id="15" name="Textfeld 14"/>
          <p:cNvSpPr txBox="1"/>
          <p:nvPr userDrawn="1"/>
        </p:nvSpPr>
        <p:spPr>
          <a:xfrm>
            <a:off x="427118" y="6217905"/>
            <a:ext cx="1584176" cy="276989"/>
          </a:xfrm>
          <a:prstGeom prst="rect">
            <a:avLst/>
          </a:prstGeom>
          <a:noFill/>
        </p:spPr>
        <p:txBody>
          <a:bodyPr wrap="square" lIns="0" tIns="45715" rIns="0" bIns="45715" rtlCol="0">
            <a:noAutofit/>
          </a:bodyPr>
          <a:lstStyle/>
          <a:p>
            <a:pPr>
              <a:spcBef>
                <a:spcPts val="600"/>
              </a:spcBef>
            </a:pPr>
            <a:r>
              <a:rPr lang="en-US" sz="1200" b="1" noProof="0" dirty="0">
                <a:solidFill>
                  <a:schemeClr val="bg1"/>
                </a:solidFill>
                <a:latin typeface="Arial" panose="020B0604020202020204" pitchFamily="34" charset="0"/>
                <a:cs typeface="Arial" panose="020B0604020202020204" pitchFamily="34" charset="0"/>
              </a:rPr>
              <a:t>www.brusa.biz</a:t>
            </a:r>
          </a:p>
        </p:txBody>
      </p:sp>
      <p:sp>
        <p:nvSpPr>
          <p:cNvPr id="10" name="Textplatzhalter 3"/>
          <p:cNvSpPr>
            <a:spLocks noGrp="1"/>
          </p:cNvSpPr>
          <p:nvPr>
            <p:ph type="body" sz="quarter" idx="10" hasCustomPrompt="1"/>
          </p:nvPr>
        </p:nvSpPr>
        <p:spPr>
          <a:xfrm>
            <a:off x="423863" y="4568330"/>
            <a:ext cx="8297862" cy="660920"/>
          </a:xfrm>
          <a:prstGeom prst="rect">
            <a:avLst/>
          </a:prstGeom>
        </p:spPr>
        <p:txBody>
          <a:bodyPr lIns="0" tIns="0" rIns="0" bIns="0"/>
          <a:lstStyle>
            <a:lvl1pPr marL="0" indent="0">
              <a:buNone/>
              <a:defRPr sz="3600" cap="all" baseline="0">
                <a:solidFill>
                  <a:schemeClr val="bg1"/>
                </a:solidFill>
              </a:defRPr>
            </a:lvl1pPr>
          </a:lstStyle>
          <a:p>
            <a:pPr lvl="0"/>
            <a:r>
              <a:rPr lang="en-US" noProof="0" dirty="0" err="1" smtClean="0"/>
              <a:t>Präsentationstitel</a:t>
            </a:r>
            <a:endParaRPr lang="en-US" noProof="0" dirty="0" smtClean="0"/>
          </a:p>
        </p:txBody>
      </p:sp>
      <p:sp>
        <p:nvSpPr>
          <p:cNvPr id="11" name="Textplatzhalter 3"/>
          <p:cNvSpPr>
            <a:spLocks noGrp="1"/>
          </p:cNvSpPr>
          <p:nvPr>
            <p:ph type="body" sz="quarter" idx="11" hasCustomPrompt="1"/>
          </p:nvPr>
        </p:nvSpPr>
        <p:spPr>
          <a:xfrm>
            <a:off x="423863" y="5219726"/>
            <a:ext cx="5948387" cy="330460"/>
          </a:xfrm>
          <a:prstGeom prst="rect">
            <a:avLst/>
          </a:prstGeom>
        </p:spPr>
        <p:txBody>
          <a:bodyPr lIns="0" tIns="0" rIns="0" bIns="0"/>
          <a:lstStyle>
            <a:lvl1pPr marL="0" indent="0">
              <a:buNone/>
              <a:defRPr sz="1800" cap="none" baseline="0">
                <a:solidFill>
                  <a:schemeClr val="bg1"/>
                </a:solidFill>
              </a:defRPr>
            </a:lvl1pPr>
          </a:lstStyle>
          <a:p>
            <a:pPr lvl="0"/>
            <a:r>
              <a:rPr lang="en-US" noProof="0" dirty="0" smtClean="0"/>
              <a:t>Name </a:t>
            </a:r>
            <a:r>
              <a:rPr lang="en-US" noProof="0" dirty="0" smtClean="0">
                <a:cs typeface="Arial"/>
              </a:rPr>
              <a:t>–</a:t>
            </a:r>
            <a:r>
              <a:rPr lang="en-US" dirty="0" smtClean="0">
                <a:cs typeface="Arial"/>
              </a:rPr>
              <a:t> </a:t>
            </a:r>
            <a:r>
              <a:rPr lang="de-CH" noProof="0" dirty="0" smtClean="0"/>
              <a:t>Datum</a:t>
            </a:r>
            <a:endParaRPr lang="en-US" noProof="0" dirty="0" smtClean="0"/>
          </a:p>
        </p:txBody>
      </p:sp>
      <p:pic>
        <p:nvPicPr>
          <p:cNvPr id="16" name="Grafik 15"/>
          <p:cNvPicPr>
            <a:picLocks noChangeAspect="1"/>
          </p:cNvPicPr>
          <p:nvPr userDrawn="1"/>
        </p:nvPicPr>
        <p:blipFill>
          <a:blip r:embed="rId2" cstate="print">
            <a:lum bright="-5000" contrast="25000"/>
            <a:extLst>
              <a:ext uri="{28A0092B-C50C-407E-A947-70E740481C1C}">
                <a14:useLocalDpi xmlns:a14="http://schemas.microsoft.com/office/drawing/2010/main" val="0"/>
              </a:ext>
            </a:extLst>
          </a:blip>
          <a:stretch>
            <a:fillRect/>
          </a:stretch>
        </p:blipFill>
        <p:spPr>
          <a:xfrm>
            <a:off x="7633557" y="421184"/>
            <a:ext cx="1080000" cy="218780"/>
          </a:xfrm>
          <a:prstGeom prst="rect">
            <a:avLst/>
          </a:prstGeom>
        </p:spPr>
      </p:pic>
    </p:spTree>
    <p:extLst>
      <p:ext uri="{BB962C8B-B14F-4D97-AF65-F5344CB8AC3E}">
        <p14:creationId xmlns:p14="http://schemas.microsoft.com/office/powerpoint/2010/main" val="144435259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pic>
        <p:nvPicPr>
          <p:cNvPr id="9" name="Grafik 8"/>
          <p:cNvPicPr>
            <a:picLocks noChangeAspect="1"/>
          </p:cNvPicPr>
          <p:nvPr userDrawn="1"/>
        </p:nvPicPr>
        <p:blipFill rotWithShape="1">
          <a:blip r:embed="rId2">
            <a:extLst>
              <a:ext uri="{28A0092B-C50C-407E-A947-70E740481C1C}">
                <a14:useLocalDpi xmlns:a14="http://schemas.microsoft.com/office/drawing/2010/main" val="0"/>
              </a:ext>
            </a:extLst>
          </a:blip>
          <a:srcRect l="8438" t="363" r="10908" b="43485"/>
          <a:stretch/>
        </p:blipFill>
        <p:spPr>
          <a:xfrm>
            <a:off x="2773" y="0"/>
            <a:ext cx="9144000" cy="4245148"/>
          </a:xfrm>
          <a:prstGeom prst="rect">
            <a:avLst/>
          </a:prstGeom>
        </p:spPr>
      </p:pic>
      <p:sp>
        <p:nvSpPr>
          <p:cNvPr id="4" name="Rechteck 3"/>
          <p:cNvSpPr/>
          <p:nvPr userDrawn="1"/>
        </p:nvSpPr>
        <p:spPr>
          <a:xfrm>
            <a:off x="2772" y="4245148"/>
            <a:ext cx="9144000" cy="1617600"/>
          </a:xfrm>
          <a:prstGeom prst="rect">
            <a:avLst/>
          </a:prstGeom>
          <a:solidFill>
            <a:srgbClr val="ED4747"/>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noProof="0" dirty="0"/>
          </a:p>
        </p:txBody>
      </p:sp>
      <p:sp>
        <p:nvSpPr>
          <p:cNvPr id="5" name="Rechteck 4"/>
          <p:cNvSpPr/>
          <p:nvPr userDrawn="1"/>
        </p:nvSpPr>
        <p:spPr>
          <a:xfrm>
            <a:off x="0" y="5854800"/>
            <a:ext cx="9144000" cy="1003200"/>
          </a:xfrm>
          <a:prstGeom prst="rect">
            <a:avLst/>
          </a:prstGeom>
          <a:solidFill>
            <a:srgbClr val="BE0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noProof="0" dirty="0"/>
          </a:p>
        </p:txBody>
      </p:sp>
      <p:sp>
        <p:nvSpPr>
          <p:cNvPr id="6" name="Textfeld 5"/>
          <p:cNvSpPr txBox="1"/>
          <p:nvPr userDrawn="1"/>
        </p:nvSpPr>
        <p:spPr>
          <a:xfrm>
            <a:off x="427118" y="6217905"/>
            <a:ext cx="1584176" cy="276989"/>
          </a:xfrm>
          <a:prstGeom prst="rect">
            <a:avLst/>
          </a:prstGeom>
          <a:noFill/>
        </p:spPr>
        <p:txBody>
          <a:bodyPr wrap="square" lIns="0" tIns="45715" rIns="0" bIns="45715" rtlCol="0">
            <a:noAutofit/>
          </a:bodyPr>
          <a:lstStyle/>
          <a:p>
            <a:pPr>
              <a:spcBef>
                <a:spcPts val="600"/>
              </a:spcBef>
            </a:pPr>
            <a:r>
              <a:rPr lang="en-US" sz="1200" b="1" noProof="0" dirty="0">
                <a:solidFill>
                  <a:schemeClr val="bg1"/>
                </a:solidFill>
                <a:latin typeface="Arial" panose="020B0604020202020204" pitchFamily="34" charset="0"/>
                <a:cs typeface="Arial" panose="020B0604020202020204" pitchFamily="34" charset="0"/>
              </a:rPr>
              <a:t>www.brusa.biz</a:t>
            </a:r>
          </a:p>
        </p:txBody>
      </p:sp>
      <p:sp>
        <p:nvSpPr>
          <p:cNvPr id="7" name="Textfeld 6"/>
          <p:cNvSpPr txBox="1"/>
          <p:nvPr userDrawn="1"/>
        </p:nvSpPr>
        <p:spPr>
          <a:xfrm>
            <a:off x="419621" y="4728200"/>
            <a:ext cx="8293935" cy="646321"/>
          </a:xfrm>
          <a:prstGeom prst="rect">
            <a:avLst/>
          </a:prstGeom>
          <a:noFill/>
        </p:spPr>
        <p:txBody>
          <a:bodyPr wrap="square" lIns="0" tIns="45715" rIns="0" bIns="45715" rtlCol="0" anchor="ctr">
            <a:noAutofit/>
          </a:bodyPr>
          <a:lstStyle/>
          <a:p>
            <a:r>
              <a:rPr lang="en-US" sz="3600" cap="all" noProof="0" dirty="0" err="1" smtClean="0">
                <a:solidFill>
                  <a:schemeClr val="bg1"/>
                </a:solidFill>
                <a:latin typeface="Arial" panose="020B0604020202020204" pitchFamily="34" charset="0"/>
                <a:cs typeface="Arial" panose="020B0604020202020204" pitchFamily="34" charset="0"/>
              </a:rPr>
              <a:t>Danke</a:t>
            </a:r>
            <a:r>
              <a:rPr lang="en-US" sz="3600" cap="all" noProof="0" dirty="0" smtClean="0">
                <a:solidFill>
                  <a:schemeClr val="bg1"/>
                </a:solidFill>
                <a:latin typeface="Arial" panose="020B0604020202020204" pitchFamily="34" charset="0"/>
                <a:cs typeface="Arial" panose="020B0604020202020204" pitchFamily="34" charset="0"/>
              </a:rPr>
              <a:t> </a:t>
            </a:r>
            <a:r>
              <a:rPr lang="en-US" sz="3600" cap="all" noProof="0" dirty="0" err="1" smtClean="0">
                <a:solidFill>
                  <a:schemeClr val="bg1"/>
                </a:solidFill>
                <a:latin typeface="Arial" panose="020B0604020202020204" pitchFamily="34" charset="0"/>
                <a:cs typeface="Arial" panose="020B0604020202020204" pitchFamily="34" charset="0"/>
              </a:rPr>
              <a:t>für</a:t>
            </a:r>
            <a:r>
              <a:rPr lang="en-US" sz="3600" cap="all" noProof="0" dirty="0" smtClean="0">
                <a:solidFill>
                  <a:schemeClr val="bg1"/>
                </a:solidFill>
                <a:latin typeface="Arial" panose="020B0604020202020204" pitchFamily="34" charset="0"/>
                <a:cs typeface="Arial" panose="020B0604020202020204" pitchFamily="34" charset="0"/>
              </a:rPr>
              <a:t> </a:t>
            </a:r>
            <a:r>
              <a:rPr lang="en-US" sz="3600" cap="all" noProof="0" dirty="0" err="1" smtClean="0">
                <a:solidFill>
                  <a:schemeClr val="bg1"/>
                </a:solidFill>
                <a:latin typeface="Arial" panose="020B0604020202020204" pitchFamily="34" charset="0"/>
                <a:cs typeface="Arial" panose="020B0604020202020204" pitchFamily="34" charset="0"/>
              </a:rPr>
              <a:t>Ihre</a:t>
            </a:r>
            <a:r>
              <a:rPr lang="en-US" sz="3600" cap="all" noProof="0" dirty="0" smtClean="0">
                <a:solidFill>
                  <a:schemeClr val="bg1"/>
                </a:solidFill>
                <a:latin typeface="Arial" panose="020B0604020202020204" pitchFamily="34" charset="0"/>
                <a:cs typeface="Arial" panose="020B0604020202020204" pitchFamily="34" charset="0"/>
              </a:rPr>
              <a:t> </a:t>
            </a:r>
            <a:r>
              <a:rPr lang="en-US" sz="3600" cap="all" noProof="0" dirty="0" err="1" smtClean="0">
                <a:solidFill>
                  <a:schemeClr val="bg1"/>
                </a:solidFill>
                <a:latin typeface="Arial" panose="020B0604020202020204" pitchFamily="34" charset="0"/>
                <a:cs typeface="Arial" panose="020B0604020202020204" pitchFamily="34" charset="0"/>
              </a:rPr>
              <a:t>Aufmerksamkeit</a:t>
            </a:r>
            <a:r>
              <a:rPr lang="en-US" sz="3600" cap="all" noProof="0" dirty="0" smtClean="0">
                <a:solidFill>
                  <a:schemeClr val="bg1"/>
                </a:solidFill>
                <a:latin typeface="Arial" panose="020B0604020202020204" pitchFamily="34" charset="0"/>
                <a:cs typeface="Arial" panose="020B0604020202020204" pitchFamily="34" charset="0"/>
              </a:rPr>
              <a:t>.</a:t>
            </a:r>
            <a:endParaRPr lang="en-US" sz="3600" cap="all" noProof="0" dirty="0">
              <a:solidFill>
                <a:schemeClr val="bg1"/>
              </a:solidFill>
              <a:latin typeface="Arial" panose="020B0604020202020204" pitchFamily="34" charset="0"/>
              <a:cs typeface="Arial" panose="020B0604020202020204" pitchFamily="34" charset="0"/>
            </a:endParaRPr>
          </a:p>
        </p:txBody>
      </p:sp>
      <p:pic>
        <p:nvPicPr>
          <p:cNvPr id="3" name="Grafik 2"/>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7633557" y="421184"/>
            <a:ext cx="1080000" cy="218780"/>
          </a:xfrm>
          <a:prstGeom prst="rect">
            <a:avLst/>
          </a:prstGeom>
        </p:spPr>
      </p:pic>
    </p:spTree>
    <p:extLst>
      <p:ext uri="{BB962C8B-B14F-4D97-AF65-F5344CB8AC3E}">
        <p14:creationId xmlns:p14="http://schemas.microsoft.com/office/powerpoint/2010/main" val="158263032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spaltig_ohne zusätzliche Informatio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noProof="0" smtClean="0"/>
              <a:t>Titelmasterformat durch Klicken bearbeiten</a:t>
            </a:r>
            <a:endParaRPr lang="en-US" noProof="0" dirty="0"/>
          </a:p>
        </p:txBody>
      </p:sp>
      <p:sp>
        <p:nvSpPr>
          <p:cNvPr id="3" name="Inhaltsplatzhalter 2"/>
          <p:cNvSpPr>
            <a:spLocks noGrp="1"/>
          </p:cNvSpPr>
          <p:nvPr>
            <p:ph idx="1"/>
          </p:nvPr>
        </p:nvSpPr>
        <p:spPr/>
        <p:txBody>
          <a:bodyPr/>
          <a:lstStyle>
            <a:lvl2pPr>
              <a:defRPr baseline="0"/>
            </a:lvl2pPr>
            <a:lvl3pPr>
              <a:defRPr/>
            </a:lvl3pPr>
          </a:lstStyle>
          <a:p>
            <a:pPr lvl="0"/>
            <a:r>
              <a:rPr lang="de-DE" noProof="0" smtClean="0"/>
              <a:t>Textmasterformat bearbeiten</a:t>
            </a:r>
          </a:p>
          <a:p>
            <a:pPr lvl="1"/>
            <a:r>
              <a:rPr lang="de-DE" noProof="0" smtClean="0"/>
              <a:t>Zweite Ebene</a:t>
            </a:r>
          </a:p>
          <a:p>
            <a:pPr lvl="2"/>
            <a:r>
              <a:rPr lang="de-DE" noProof="0" smtClean="0"/>
              <a:t>Dritte Ebene</a:t>
            </a:r>
          </a:p>
        </p:txBody>
      </p:sp>
      <p:sp>
        <p:nvSpPr>
          <p:cNvPr id="5" name="Fußzeilenplatzhalter 4"/>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6" name="Foliennummernplatzhalter 5"/>
          <p:cNvSpPr>
            <a:spLocks noGrp="1"/>
          </p:cNvSpPr>
          <p:nvPr>
            <p:ph type="sldNum" sz="quarter" idx="12"/>
          </p:nvPr>
        </p:nvSpPr>
        <p:spPr/>
        <p:txBody>
          <a:bodyPr/>
          <a:lstStyle/>
          <a:p>
            <a:fld id="{6C6AE60A-B69C-4790-82F7-3882EDF23186}" type="slidenum">
              <a:rPr lang="en-US" smtClean="0">
                <a:solidFill>
                  <a:srgbClr val="FFFFFF"/>
                </a:solidFill>
              </a:rPr>
              <a:pPr/>
              <a:t>‹Nr.›</a:t>
            </a:fld>
            <a:endParaRPr lang="en-US" dirty="0">
              <a:solidFill>
                <a:srgbClr val="FFFFFF"/>
              </a:solidFill>
            </a:endParaRPr>
          </a:p>
        </p:txBody>
      </p:sp>
      <p:sp>
        <p:nvSpPr>
          <p:cNvPr id="16" name="Bildplatzhalter 15"/>
          <p:cNvSpPr>
            <a:spLocks noGrp="1"/>
          </p:cNvSpPr>
          <p:nvPr>
            <p:ph type="pic" sz="quarter" idx="13"/>
          </p:nvPr>
        </p:nvSpPr>
        <p:spPr>
          <a:xfrm>
            <a:off x="4786313" y="1476375"/>
            <a:ext cx="3935412" cy="3968750"/>
          </a:xfrm>
        </p:spPr>
        <p:txBody>
          <a:bodyPr/>
          <a:lstStyle>
            <a:lvl1pPr marL="0" indent="0">
              <a:buNone/>
              <a:defRPr>
                <a:solidFill>
                  <a:schemeClr val="bg1"/>
                </a:solidFill>
              </a:defRPr>
            </a:lvl1pPr>
          </a:lstStyle>
          <a:p>
            <a:r>
              <a:rPr lang="de-DE" noProof="0" smtClean="0"/>
              <a:t>Bild durch Klicken auf Symbol hinzufügen</a:t>
            </a:r>
            <a:endParaRPr lang="en-US" noProof="0" dirty="0"/>
          </a:p>
        </p:txBody>
      </p:sp>
    </p:spTree>
    <p:extLst>
      <p:ext uri="{BB962C8B-B14F-4D97-AF65-F5344CB8AC3E}">
        <p14:creationId xmlns:p14="http://schemas.microsoft.com/office/powerpoint/2010/main" val="342219688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spaltig_mit Fazi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noProof="0" smtClean="0"/>
              <a:t>Titelmasterformat durch Klicken bearbeiten</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de-DE" noProof="0" smtClean="0"/>
              <a:t>Textmasterformat bearbeiten</a:t>
            </a:r>
          </a:p>
          <a:p>
            <a:pPr lvl="1"/>
            <a:r>
              <a:rPr lang="de-DE" noProof="0" smtClean="0"/>
              <a:t>Zweite Ebene</a:t>
            </a:r>
          </a:p>
          <a:p>
            <a:pPr lvl="2"/>
            <a:r>
              <a:rPr lang="de-DE" noProof="0" smtClean="0"/>
              <a:t>Dritte Ebene</a:t>
            </a:r>
          </a:p>
        </p:txBody>
      </p:sp>
      <p:sp>
        <p:nvSpPr>
          <p:cNvPr id="5" name="Fußzeilenplatzhalter 4"/>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6" name="Foliennummernplatzhalter 5"/>
          <p:cNvSpPr>
            <a:spLocks noGrp="1"/>
          </p:cNvSpPr>
          <p:nvPr>
            <p:ph type="sldNum" sz="quarter" idx="12"/>
          </p:nvPr>
        </p:nvSpPr>
        <p:spPr/>
        <p:txBody>
          <a:bodyPr/>
          <a:lstStyle/>
          <a:p>
            <a:fld id="{6C6AE60A-B69C-4790-82F7-3882EDF23186}" type="slidenum">
              <a:rPr lang="en-US" smtClean="0">
                <a:solidFill>
                  <a:srgbClr val="FFFFFF"/>
                </a:solidFill>
              </a:rPr>
              <a:pPr/>
              <a:t>‹Nr.›</a:t>
            </a:fld>
            <a:endParaRPr lang="en-US" dirty="0">
              <a:solidFill>
                <a:srgbClr val="FFFFFF"/>
              </a:solidFill>
            </a:endParaRPr>
          </a:p>
        </p:txBody>
      </p:sp>
      <p:sp>
        <p:nvSpPr>
          <p:cNvPr id="9" name="Textfeld 8"/>
          <p:cNvSpPr txBox="1"/>
          <p:nvPr userDrawn="1"/>
        </p:nvSpPr>
        <p:spPr>
          <a:xfrm>
            <a:off x="418061" y="5988141"/>
            <a:ext cx="1849619" cy="369332"/>
          </a:xfrm>
          <a:prstGeom prst="rect">
            <a:avLst/>
          </a:prstGeom>
          <a:noFill/>
        </p:spPr>
        <p:txBody>
          <a:bodyPr wrap="square" lIns="0" tIns="0" rIns="0" bIns="0" rtlCol="0">
            <a:noAutofit/>
          </a:bodyPr>
          <a:lstStyle/>
          <a:p>
            <a:pPr>
              <a:spcBef>
                <a:spcPts val="900"/>
              </a:spcBef>
              <a:buClr>
                <a:srgbClr val="BE0000"/>
              </a:buClr>
              <a:buSzPct val="115000"/>
            </a:pPr>
            <a:r>
              <a:rPr lang="en-US" sz="2200" b="1" dirty="0" err="1" smtClean="0">
                <a:solidFill>
                  <a:srgbClr val="000000"/>
                </a:solidFill>
                <a:cs typeface="Arial" panose="020B0604020202020204" pitchFamily="34" charset="0"/>
              </a:rPr>
              <a:t>Fazit</a:t>
            </a:r>
            <a:r>
              <a:rPr lang="en-US" sz="2200" b="1" dirty="0" smtClean="0">
                <a:solidFill>
                  <a:srgbClr val="000000"/>
                </a:solidFill>
                <a:cs typeface="Arial" panose="020B0604020202020204" pitchFamily="34" charset="0"/>
              </a:rPr>
              <a:t>:</a:t>
            </a:r>
            <a:endParaRPr lang="en-US" sz="2200" b="1" dirty="0">
              <a:solidFill>
                <a:srgbClr val="000000"/>
              </a:solidFill>
              <a:cs typeface="Arial" panose="020B0604020202020204" pitchFamily="34" charset="0"/>
            </a:endParaRPr>
          </a:p>
        </p:txBody>
      </p:sp>
      <p:sp>
        <p:nvSpPr>
          <p:cNvPr id="16" name="Bildplatzhalter 15"/>
          <p:cNvSpPr>
            <a:spLocks noGrp="1"/>
          </p:cNvSpPr>
          <p:nvPr>
            <p:ph type="pic" sz="quarter" idx="13"/>
          </p:nvPr>
        </p:nvSpPr>
        <p:spPr>
          <a:xfrm>
            <a:off x="4786313" y="1476375"/>
            <a:ext cx="3935412" cy="3968750"/>
          </a:xfrm>
        </p:spPr>
        <p:txBody>
          <a:bodyPr/>
          <a:lstStyle>
            <a:lvl1pPr marL="0" indent="0">
              <a:buNone/>
              <a:defRPr>
                <a:solidFill>
                  <a:schemeClr val="bg1"/>
                </a:solidFill>
              </a:defRPr>
            </a:lvl1pPr>
          </a:lstStyle>
          <a:p>
            <a:r>
              <a:rPr lang="de-DE" noProof="0" smtClean="0"/>
              <a:t>Bild durch Klicken auf Symbol hinzufügen</a:t>
            </a:r>
            <a:endParaRPr lang="en-US" noProof="0" dirty="0"/>
          </a:p>
        </p:txBody>
      </p:sp>
      <p:sp>
        <p:nvSpPr>
          <p:cNvPr id="11" name="Textplatzhalter 6"/>
          <p:cNvSpPr>
            <a:spLocks noGrp="1"/>
          </p:cNvSpPr>
          <p:nvPr>
            <p:ph type="body" sz="quarter" idx="14" hasCustomPrompt="1"/>
          </p:nvPr>
        </p:nvSpPr>
        <p:spPr>
          <a:xfrm>
            <a:off x="1259632" y="5988142"/>
            <a:ext cx="7489081" cy="369332"/>
          </a:xfrm>
        </p:spPr>
        <p:txBody>
          <a:bodyPr/>
          <a:lstStyle>
            <a:lvl1pPr marL="0" indent="0">
              <a:buNone/>
              <a:defRPr baseline="0"/>
            </a:lvl1pPr>
          </a:lstStyle>
          <a:p>
            <a:pPr lvl="0"/>
            <a:r>
              <a:rPr lang="de-DE" dirty="0" smtClean="0"/>
              <a:t>&lt;Text&gt;</a:t>
            </a:r>
          </a:p>
        </p:txBody>
      </p:sp>
    </p:spTree>
    <p:extLst>
      <p:ext uri="{BB962C8B-B14F-4D97-AF65-F5344CB8AC3E}">
        <p14:creationId xmlns:p14="http://schemas.microsoft.com/office/powerpoint/2010/main" val="299682868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spaltig_mit Abschnitt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noProof="0" smtClean="0"/>
              <a:t>Titelmasterformat durch Klicken bearbeiten</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de-DE" noProof="0" smtClean="0"/>
              <a:t>Textmasterformat bearbeiten</a:t>
            </a:r>
          </a:p>
          <a:p>
            <a:pPr lvl="1"/>
            <a:r>
              <a:rPr lang="de-DE" noProof="0" smtClean="0"/>
              <a:t>Zweite Ebene</a:t>
            </a:r>
          </a:p>
          <a:p>
            <a:pPr lvl="2"/>
            <a:r>
              <a:rPr lang="de-DE" noProof="0" smtClean="0"/>
              <a:t>Dritte Ebene</a:t>
            </a:r>
          </a:p>
        </p:txBody>
      </p:sp>
      <p:sp>
        <p:nvSpPr>
          <p:cNvPr id="5" name="Fußzeilenplatzhalter 4"/>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6" name="Foliennummernplatzhalter 5"/>
          <p:cNvSpPr>
            <a:spLocks noGrp="1"/>
          </p:cNvSpPr>
          <p:nvPr>
            <p:ph type="sldNum" sz="quarter" idx="12"/>
          </p:nvPr>
        </p:nvSpPr>
        <p:spPr/>
        <p:txBody>
          <a:bodyPr/>
          <a:lstStyle/>
          <a:p>
            <a:fld id="{6C6AE60A-B69C-4790-82F7-3882EDF23186}" type="slidenum">
              <a:rPr lang="en-US" smtClean="0">
                <a:solidFill>
                  <a:srgbClr val="FFFFFF"/>
                </a:solidFill>
              </a:rPr>
              <a:pPr/>
              <a:t>‹Nr.›</a:t>
            </a:fld>
            <a:endParaRPr lang="en-US" dirty="0">
              <a:solidFill>
                <a:srgbClr val="FFFFFF"/>
              </a:solidFill>
            </a:endParaRPr>
          </a:p>
        </p:txBody>
      </p:sp>
      <p:sp>
        <p:nvSpPr>
          <p:cNvPr id="18" name="Bildplatzhalter 15"/>
          <p:cNvSpPr>
            <a:spLocks noGrp="1"/>
          </p:cNvSpPr>
          <p:nvPr>
            <p:ph type="pic" sz="quarter" idx="13"/>
          </p:nvPr>
        </p:nvSpPr>
        <p:spPr>
          <a:xfrm>
            <a:off x="4786313" y="1476375"/>
            <a:ext cx="3935412" cy="3968750"/>
          </a:xfrm>
        </p:spPr>
        <p:txBody>
          <a:bodyPr/>
          <a:lstStyle>
            <a:lvl1pPr marL="0" indent="0">
              <a:buNone/>
              <a:defRPr>
                <a:solidFill>
                  <a:schemeClr val="bg1"/>
                </a:solidFill>
              </a:defRPr>
            </a:lvl1pPr>
          </a:lstStyle>
          <a:p>
            <a:r>
              <a:rPr lang="de-DE" noProof="0" smtClean="0"/>
              <a:t>Bild durch Klicken auf Symbol hinzufügen</a:t>
            </a:r>
            <a:endParaRPr lang="en-US" noProof="0" dirty="0"/>
          </a:p>
        </p:txBody>
      </p:sp>
      <p:sp>
        <p:nvSpPr>
          <p:cNvPr id="26" name="Textplatzhalter 6"/>
          <p:cNvSpPr>
            <a:spLocks noGrp="1"/>
          </p:cNvSpPr>
          <p:nvPr>
            <p:ph type="body" sz="quarter" idx="14" hasCustomPrompt="1"/>
          </p:nvPr>
        </p:nvSpPr>
        <p:spPr>
          <a:xfrm>
            <a:off x="423863"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1&gt;</a:t>
            </a:r>
          </a:p>
        </p:txBody>
      </p:sp>
      <p:sp>
        <p:nvSpPr>
          <p:cNvPr id="27" name="Textplatzhalter 6"/>
          <p:cNvSpPr>
            <a:spLocks noGrp="1"/>
          </p:cNvSpPr>
          <p:nvPr>
            <p:ph type="body" sz="quarter" idx="15" hasCustomPrompt="1"/>
          </p:nvPr>
        </p:nvSpPr>
        <p:spPr>
          <a:xfrm>
            <a:off x="2127250"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0"/>
            <a:r>
              <a:rPr lang="de-DE" dirty="0" smtClean="0"/>
              <a:t>&lt;Name Abschnitt 2&gt;</a:t>
            </a:r>
          </a:p>
        </p:txBody>
      </p:sp>
      <p:sp>
        <p:nvSpPr>
          <p:cNvPr id="28" name="Textplatzhalter 6"/>
          <p:cNvSpPr>
            <a:spLocks noGrp="1"/>
          </p:cNvSpPr>
          <p:nvPr>
            <p:ph type="body" sz="quarter" idx="16" hasCustomPrompt="1"/>
          </p:nvPr>
        </p:nvSpPr>
        <p:spPr>
          <a:xfrm>
            <a:off x="3820904"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3&gt;</a:t>
            </a:r>
          </a:p>
        </p:txBody>
      </p:sp>
      <p:sp>
        <p:nvSpPr>
          <p:cNvPr id="29" name="Textplatzhalter 6"/>
          <p:cNvSpPr>
            <a:spLocks noGrp="1"/>
          </p:cNvSpPr>
          <p:nvPr>
            <p:ph type="body" sz="quarter" idx="17" hasCustomPrompt="1"/>
          </p:nvPr>
        </p:nvSpPr>
        <p:spPr>
          <a:xfrm>
            <a:off x="5524291"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4&gt;</a:t>
            </a:r>
          </a:p>
        </p:txBody>
      </p:sp>
      <p:sp>
        <p:nvSpPr>
          <p:cNvPr id="30" name="Textplatzhalter 6"/>
          <p:cNvSpPr>
            <a:spLocks noGrp="1"/>
          </p:cNvSpPr>
          <p:nvPr>
            <p:ph type="body" sz="quarter" idx="18" hasCustomPrompt="1"/>
          </p:nvPr>
        </p:nvSpPr>
        <p:spPr>
          <a:xfrm>
            <a:off x="7229475" y="6068725"/>
            <a:ext cx="1490662" cy="216030"/>
          </a:xfrm>
        </p:spPr>
        <p:txBody>
          <a:bodyPr anchor="ctr" anchorCtr="0">
            <a:noAutofit/>
          </a:bodyPr>
          <a:lstStyle>
            <a:lvl1pPr marL="0" indent="0">
              <a:spcBef>
                <a:spcPts val="0"/>
              </a:spcBef>
              <a:buNone/>
              <a:defRPr sz="1200" baseline="0"/>
            </a:lvl1pPr>
            <a:lvl2pPr marL="0" indent="0">
              <a:spcBef>
                <a:spcPts val="0"/>
              </a:spcBef>
              <a:buNone/>
              <a:defRPr sz="1200">
                <a:solidFill>
                  <a:schemeClr val="bg1">
                    <a:lumMod val="50000"/>
                  </a:schemeClr>
                </a:solidFill>
              </a:defRPr>
            </a:lvl2pPr>
          </a:lstStyle>
          <a:p>
            <a:pPr lvl="1"/>
            <a:r>
              <a:rPr lang="de-DE" dirty="0" smtClean="0"/>
              <a:t>&lt;Name Abschnitt 5&gt;</a:t>
            </a:r>
          </a:p>
        </p:txBody>
      </p:sp>
    </p:spTree>
    <p:extLst>
      <p:ext uri="{BB962C8B-B14F-4D97-AF65-F5344CB8AC3E}">
        <p14:creationId xmlns:p14="http://schemas.microsoft.com/office/powerpoint/2010/main" val="2715582295"/>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spaltig_mit Quellenangab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noProof="0" smtClean="0"/>
              <a:t>Titelmasterformat durch Klicken bearbeiten</a:t>
            </a:r>
            <a:endParaRPr lang="en-US" noProof="0" dirty="0"/>
          </a:p>
        </p:txBody>
      </p:sp>
      <p:sp>
        <p:nvSpPr>
          <p:cNvPr id="3" name="Inhaltsplatzhalter 2"/>
          <p:cNvSpPr>
            <a:spLocks noGrp="1"/>
          </p:cNvSpPr>
          <p:nvPr>
            <p:ph idx="1"/>
          </p:nvPr>
        </p:nvSpPr>
        <p:spPr/>
        <p:txBody>
          <a:bodyPr/>
          <a:lstStyle>
            <a:lvl2pPr>
              <a:defRPr/>
            </a:lvl2pPr>
            <a:lvl3pPr>
              <a:defRPr/>
            </a:lvl3pPr>
          </a:lstStyle>
          <a:p>
            <a:pPr lvl="0"/>
            <a:r>
              <a:rPr lang="de-DE" noProof="0" smtClean="0"/>
              <a:t>Textmasterformat bearbeiten</a:t>
            </a:r>
          </a:p>
          <a:p>
            <a:pPr lvl="1"/>
            <a:r>
              <a:rPr lang="de-DE" noProof="0" smtClean="0"/>
              <a:t>Zweite Ebene</a:t>
            </a:r>
          </a:p>
          <a:p>
            <a:pPr lvl="2"/>
            <a:r>
              <a:rPr lang="de-DE" noProof="0" smtClean="0"/>
              <a:t>Dritte Ebene</a:t>
            </a:r>
          </a:p>
        </p:txBody>
      </p:sp>
      <p:sp>
        <p:nvSpPr>
          <p:cNvPr id="5" name="Fußzeilenplatzhalter 4"/>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6" name="Foliennummernplatzhalter 5"/>
          <p:cNvSpPr>
            <a:spLocks noGrp="1"/>
          </p:cNvSpPr>
          <p:nvPr>
            <p:ph type="sldNum" sz="quarter" idx="12"/>
          </p:nvPr>
        </p:nvSpPr>
        <p:spPr/>
        <p:txBody>
          <a:bodyPr/>
          <a:lstStyle/>
          <a:p>
            <a:fld id="{6C6AE60A-B69C-4790-82F7-3882EDF23186}" type="slidenum">
              <a:rPr lang="en-US" smtClean="0">
                <a:solidFill>
                  <a:srgbClr val="FFFFFF"/>
                </a:solidFill>
              </a:rPr>
              <a:pPr/>
              <a:t>‹Nr.›</a:t>
            </a:fld>
            <a:endParaRPr lang="en-US" dirty="0">
              <a:solidFill>
                <a:srgbClr val="FFFFFF"/>
              </a:solidFill>
            </a:endParaRPr>
          </a:p>
        </p:txBody>
      </p:sp>
      <p:sp>
        <p:nvSpPr>
          <p:cNvPr id="9" name="Textfeld 8"/>
          <p:cNvSpPr txBox="1"/>
          <p:nvPr userDrawn="1"/>
        </p:nvSpPr>
        <p:spPr>
          <a:xfrm>
            <a:off x="418061" y="6113175"/>
            <a:ext cx="432000" cy="138499"/>
          </a:xfrm>
          <a:prstGeom prst="rect">
            <a:avLst/>
          </a:prstGeom>
          <a:noFill/>
        </p:spPr>
        <p:txBody>
          <a:bodyPr wrap="square" lIns="0" tIns="0" rIns="0" bIns="0" rtlCol="0" anchor="ctr">
            <a:noAutofit/>
          </a:bodyPr>
          <a:lstStyle/>
          <a:p>
            <a:pPr>
              <a:spcBef>
                <a:spcPts val="900"/>
              </a:spcBef>
              <a:buClr>
                <a:srgbClr val="BE0000"/>
              </a:buClr>
              <a:buSzPct val="115000"/>
            </a:pPr>
            <a:r>
              <a:rPr lang="en-US" sz="900" b="1" dirty="0" err="1" smtClean="0">
                <a:solidFill>
                  <a:srgbClr val="000000"/>
                </a:solidFill>
                <a:cs typeface="Arial" panose="020B0604020202020204" pitchFamily="34" charset="0"/>
              </a:rPr>
              <a:t>Quelle</a:t>
            </a:r>
            <a:r>
              <a:rPr lang="en-US" sz="900" b="1" dirty="0" smtClean="0">
                <a:solidFill>
                  <a:srgbClr val="000000"/>
                </a:solidFill>
                <a:cs typeface="Arial" panose="020B0604020202020204" pitchFamily="34" charset="0"/>
              </a:rPr>
              <a:t>:</a:t>
            </a:r>
            <a:endParaRPr lang="en-US" sz="900" b="1" dirty="0">
              <a:solidFill>
                <a:srgbClr val="000000"/>
              </a:solidFill>
              <a:cs typeface="Arial" panose="020B0604020202020204" pitchFamily="34" charset="0"/>
            </a:endParaRPr>
          </a:p>
        </p:txBody>
      </p:sp>
      <p:sp>
        <p:nvSpPr>
          <p:cNvPr id="11" name="Bildplatzhalter 15"/>
          <p:cNvSpPr>
            <a:spLocks noGrp="1"/>
          </p:cNvSpPr>
          <p:nvPr>
            <p:ph type="pic" sz="quarter" idx="13"/>
          </p:nvPr>
        </p:nvSpPr>
        <p:spPr>
          <a:xfrm>
            <a:off x="4786313" y="1476375"/>
            <a:ext cx="3935412" cy="3968750"/>
          </a:xfrm>
        </p:spPr>
        <p:txBody>
          <a:bodyPr/>
          <a:lstStyle>
            <a:lvl1pPr marL="0" indent="0">
              <a:buNone/>
              <a:defRPr>
                <a:solidFill>
                  <a:schemeClr val="bg1"/>
                </a:solidFill>
              </a:defRPr>
            </a:lvl1pPr>
          </a:lstStyle>
          <a:p>
            <a:r>
              <a:rPr lang="de-DE" noProof="0" smtClean="0"/>
              <a:t>Bild durch Klicken auf Symbol hinzufügen</a:t>
            </a:r>
            <a:endParaRPr lang="en-US" noProof="0" dirty="0"/>
          </a:p>
        </p:txBody>
      </p:sp>
      <p:sp>
        <p:nvSpPr>
          <p:cNvPr id="10" name="Textplatzhalter 6"/>
          <p:cNvSpPr>
            <a:spLocks noGrp="1"/>
          </p:cNvSpPr>
          <p:nvPr>
            <p:ph type="body" sz="quarter" idx="14" hasCustomPrompt="1"/>
          </p:nvPr>
        </p:nvSpPr>
        <p:spPr>
          <a:xfrm>
            <a:off x="874558" y="6112420"/>
            <a:ext cx="7847167" cy="139254"/>
          </a:xfrm>
        </p:spPr>
        <p:txBody>
          <a:bodyPr>
            <a:noAutofit/>
          </a:bodyPr>
          <a:lstStyle>
            <a:lvl1pPr marL="0" indent="0">
              <a:buNone/>
              <a:defRPr sz="900" baseline="0"/>
            </a:lvl1pPr>
          </a:lstStyle>
          <a:p>
            <a:pPr lvl="0"/>
            <a:r>
              <a:rPr lang="de-DE" dirty="0" smtClean="0"/>
              <a:t>&lt;Quellenverweis&gt;</a:t>
            </a:r>
          </a:p>
        </p:txBody>
      </p:sp>
    </p:spTree>
    <p:extLst>
      <p:ext uri="{BB962C8B-B14F-4D97-AF65-F5344CB8AC3E}">
        <p14:creationId xmlns:p14="http://schemas.microsoft.com/office/powerpoint/2010/main" val="29755568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w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wmf"/><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wmf"/><Relationship Id="rId5" Type="http://schemas.openxmlformats.org/officeDocument/2006/relationships/theme" Target="../theme/theme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1.wmf"/><Relationship Id="rId5" Type="http://schemas.openxmlformats.org/officeDocument/2006/relationships/theme" Target="../theme/theme5.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Rectangle 7"/>
          <p:cNvSpPr>
            <a:spLocks noChangeArrowheads="1"/>
          </p:cNvSpPr>
          <p:nvPr/>
        </p:nvSpPr>
        <p:spPr bwMode="auto">
          <a:xfrm>
            <a:off x="0" y="5854801"/>
            <a:ext cx="9144000" cy="1003200"/>
          </a:xfrm>
          <a:prstGeom prst="rect">
            <a:avLst/>
          </a:prstGeom>
          <a:solidFill>
            <a:schemeClr val="bg2"/>
          </a:solidFill>
          <a:ln>
            <a:noFill/>
          </a:ln>
          <a:effectLst/>
          <a:extLst/>
        </p:spPr>
        <p:txBody>
          <a:bodyPr wrap="none" anchor="ctr"/>
          <a:lstStyle/>
          <a:p>
            <a:endParaRPr lang="en-US" noProof="0" dirty="0"/>
          </a:p>
        </p:txBody>
      </p:sp>
      <p:sp>
        <p:nvSpPr>
          <p:cNvPr id="18" name="Rechteck 17"/>
          <p:cNvSpPr/>
          <p:nvPr/>
        </p:nvSpPr>
        <p:spPr>
          <a:xfrm>
            <a:off x="0" y="6498000"/>
            <a:ext cx="9144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noProof="0" dirty="0"/>
          </a:p>
        </p:txBody>
      </p:sp>
      <p:sp>
        <p:nvSpPr>
          <p:cNvPr id="2" name="Titelplatzhalter 1"/>
          <p:cNvSpPr>
            <a:spLocks noGrp="1"/>
          </p:cNvSpPr>
          <p:nvPr>
            <p:ph type="title"/>
          </p:nvPr>
        </p:nvSpPr>
        <p:spPr>
          <a:xfrm>
            <a:off x="423863" y="293687"/>
            <a:ext cx="6594475" cy="830993"/>
          </a:xfrm>
          <a:prstGeom prst="rect">
            <a:avLst/>
          </a:prstGeom>
        </p:spPr>
        <p:txBody>
          <a:bodyPr vert="horz" lIns="0" tIns="0" rIns="0" bIns="0" rtlCol="0" anchor="t">
            <a:noAutofit/>
          </a:bodyPr>
          <a:lstStyle/>
          <a:p>
            <a:r>
              <a:rPr lang="en-US" noProof="0" dirty="0" err="1" smtClean="0"/>
              <a:t>Titel</a:t>
            </a:r>
            <a:endParaRPr lang="en-US" noProof="0" dirty="0"/>
          </a:p>
        </p:txBody>
      </p:sp>
      <p:sp>
        <p:nvSpPr>
          <p:cNvPr id="3" name="Textplatzhalter 2"/>
          <p:cNvSpPr>
            <a:spLocks noGrp="1"/>
          </p:cNvSpPr>
          <p:nvPr>
            <p:ph type="body" idx="1"/>
          </p:nvPr>
        </p:nvSpPr>
        <p:spPr>
          <a:xfrm>
            <a:off x="399255" y="1400177"/>
            <a:ext cx="3963195" cy="4029074"/>
          </a:xfrm>
          <a:prstGeom prst="rect">
            <a:avLst/>
          </a:prstGeom>
        </p:spPr>
        <p:txBody>
          <a:bodyPr vert="horz" lIns="0" tIns="0" rIns="0" bIns="0" rtlCol="0">
            <a:noAutofit/>
          </a:bodyPr>
          <a:lstStyle/>
          <a:p>
            <a:pPr lvl="0"/>
            <a:r>
              <a:rPr lang="en-US" noProof="0" dirty="0" smtClean="0"/>
              <a:t>Text</a:t>
            </a:r>
          </a:p>
          <a:p>
            <a:pPr lvl="1"/>
            <a:r>
              <a:rPr lang="en-US" noProof="0" dirty="0" err="1" smtClean="0"/>
              <a:t>Ebene</a:t>
            </a:r>
            <a:r>
              <a:rPr lang="en-US" noProof="0" dirty="0" smtClean="0"/>
              <a:t> 2</a:t>
            </a:r>
          </a:p>
          <a:p>
            <a:pPr lvl="2"/>
            <a:r>
              <a:rPr lang="en-US" noProof="0" dirty="0" err="1" smtClean="0"/>
              <a:t>Ebene</a:t>
            </a:r>
            <a:r>
              <a:rPr lang="en-US" noProof="0" dirty="0" smtClean="0"/>
              <a:t> 3</a:t>
            </a:r>
          </a:p>
        </p:txBody>
      </p:sp>
      <p:sp>
        <p:nvSpPr>
          <p:cNvPr id="5" name="Fußzeilenplatzhalter 4"/>
          <p:cNvSpPr>
            <a:spLocks noGrp="1"/>
          </p:cNvSpPr>
          <p:nvPr>
            <p:ph type="ftr" sz="quarter" idx="3"/>
          </p:nvPr>
        </p:nvSpPr>
        <p:spPr>
          <a:xfrm>
            <a:off x="423863" y="6498000"/>
            <a:ext cx="2895600" cy="360001"/>
          </a:xfrm>
          <a:prstGeom prst="rect">
            <a:avLst/>
          </a:prstGeom>
        </p:spPr>
        <p:txBody>
          <a:bodyPr vert="horz" lIns="0" tIns="0" rIns="0" bIns="0" rtlCol="0" anchor="ctr"/>
          <a:lstStyle>
            <a:lvl1pPr algn="l">
              <a:defRPr sz="900">
                <a:solidFill>
                  <a:schemeClr val="bg1"/>
                </a:solidFill>
              </a:defRPr>
            </a:lvl1pPr>
          </a:lstStyle>
          <a:p>
            <a:r>
              <a:rPr lang="en-US" noProof="0" dirty="0" smtClean="0"/>
              <a:t>© BRUSA</a:t>
            </a:r>
            <a:endParaRPr lang="en-US" noProof="0" dirty="0"/>
          </a:p>
        </p:txBody>
      </p:sp>
      <p:sp>
        <p:nvSpPr>
          <p:cNvPr id="6" name="Foliennummernplatzhalter 5"/>
          <p:cNvSpPr>
            <a:spLocks noGrp="1"/>
          </p:cNvSpPr>
          <p:nvPr>
            <p:ph type="sldNum" sz="quarter" idx="4"/>
          </p:nvPr>
        </p:nvSpPr>
        <p:spPr>
          <a:xfrm>
            <a:off x="6588125" y="6498000"/>
            <a:ext cx="2133600" cy="360001"/>
          </a:xfrm>
          <a:prstGeom prst="rect">
            <a:avLst/>
          </a:prstGeom>
        </p:spPr>
        <p:txBody>
          <a:bodyPr vert="horz" lIns="0" tIns="0" rIns="0" bIns="0" rtlCol="0" anchor="ctr"/>
          <a:lstStyle>
            <a:lvl1pPr algn="r">
              <a:defRPr sz="900">
                <a:solidFill>
                  <a:schemeClr val="bg1"/>
                </a:solidFill>
              </a:defRPr>
            </a:lvl1pPr>
          </a:lstStyle>
          <a:p>
            <a:fld id="{6C6AE60A-B69C-4790-82F7-3882EDF23186}" type="slidenum">
              <a:rPr lang="en-US" noProof="0" smtClean="0"/>
              <a:pPr/>
              <a:t>‹Nr.›</a:t>
            </a:fld>
            <a:endParaRPr lang="en-US" noProof="0" dirty="0"/>
          </a:p>
        </p:txBody>
      </p:sp>
      <p:pic>
        <p:nvPicPr>
          <p:cNvPr id="16" name="Grafik 15"/>
          <p:cNvPicPr>
            <a:picLocks noChangeAspect="1"/>
          </p:cNvPicPr>
          <p:nvPr/>
        </p:nvPicPr>
        <p:blipFill>
          <a:blip r:embed="rId6" cstate="print">
            <a:lum bright="-5000" contrast="25000"/>
            <a:extLst>
              <a:ext uri="{28A0092B-C50C-407E-A947-70E740481C1C}">
                <a14:useLocalDpi xmlns:a14="http://schemas.microsoft.com/office/drawing/2010/main" val="0"/>
              </a:ext>
            </a:extLst>
          </a:blip>
          <a:stretch>
            <a:fillRect/>
          </a:stretch>
        </p:blipFill>
        <p:spPr>
          <a:xfrm>
            <a:off x="7633557" y="421184"/>
            <a:ext cx="1080000" cy="218780"/>
          </a:xfrm>
          <a:prstGeom prst="rect">
            <a:avLst/>
          </a:prstGeom>
        </p:spPr>
      </p:pic>
    </p:spTree>
    <p:extLst>
      <p:ext uri="{BB962C8B-B14F-4D97-AF65-F5344CB8AC3E}">
        <p14:creationId xmlns:p14="http://schemas.microsoft.com/office/powerpoint/2010/main" val="2940573341"/>
      </p:ext>
    </p:extLst>
  </p:cSld>
  <p:clrMap bg1="lt1" tx1="dk1" bg2="lt2" tx2="dk2" accent1="accent1" accent2="accent2" accent3="accent3" accent4="accent4" accent5="accent5" accent6="accent6" hlink="hlink" folHlink="folHlink"/>
  <p:sldLayoutIdLst>
    <p:sldLayoutId id="2147483730" r:id="rId1"/>
    <p:sldLayoutId id="2147483733" r:id="rId2"/>
    <p:sldLayoutId id="2147483731" r:id="rId3"/>
    <p:sldLayoutId id="2147483732" r:id="rId4"/>
  </p:sldLayoutIdLst>
  <p:timing>
    <p:tnLst>
      <p:par>
        <p:cTn id="1" dur="indefinite" restart="never" nodeType="tmRoot"/>
      </p:par>
    </p:tnLst>
  </p:timing>
  <p:hf hdr="0" dt="0"/>
  <p:txStyles>
    <p:titleStyle>
      <a:lvl1pPr algn="l" defTabSz="914296" rtl="0" eaLnBrk="1" latinLnBrk="0" hangingPunct="1">
        <a:spcBef>
          <a:spcPct val="0"/>
        </a:spcBef>
        <a:buNone/>
        <a:defRPr sz="2800" b="1" kern="1200">
          <a:solidFill>
            <a:schemeClr val="tx1"/>
          </a:solidFill>
          <a:latin typeface="+mj-lt"/>
          <a:ea typeface="+mj-ea"/>
          <a:cs typeface="+mj-cs"/>
        </a:defRPr>
      </a:lvl1pPr>
    </p:titleStyle>
    <p:bodyStyle>
      <a:lvl1pPr marL="268288" indent="-268288" algn="l" defTabSz="914296" rtl="0" eaLnBrk="1" latinLnBrk="0" hangingPunct="1">
        <a:spcBef>
          <a:spcPts val="1800"/>
        </a:spcBef>
        <a:buClr>
          <a:schemeClr val="accent1"/>
        </a:buClr>
        <a:buSzPct val="115000"/>
        <a:buFont typeface="Arial" panose="020B0604020202020204" pitchFamily="34" charset="0"/>
        <a:buChar char="▪"/>
        <a:defRPr sz="2200" kern="1200">
          <a:solidFill>
            <a:schemeClr val="tx1"/>
          </a:solidFill>
          <a:latin typeface="+mn-lt"/>
          <a:ea typeface="+mn-ea"/>
          <a:cs typeface="+mn-cs"/>
        </a:defRPr>
      </a:lvl1pPr>
      <a:lvl2pPr marL="720725" indent="-274638" algn="l" defTabSz="914296" rtl="0" eaLnBrk="1" latinLnBrk="0" hangingPunct="1">
        <a:spcBef>
          <a:spcPts val="600"/>
        </a:spcBef>
        <a:buClr>
          <a:schemeClr val="accent1"/>
        </a:buClr>
        <a:buSzPct val="115000"/>
        <a:buFont typeface="Arial" panose="020B0604020202020204" pitchFamily="34" charset="0"/>
        <a:buChar char="▪"/>
        <a:defRPr sz="1800" kern="1200">
          <a:solidFill>
            <a:schemeClr val="tx1"/>
          </a:solidFill>
          <a:latin typeface="+mn-lt"/>
          <a:ea typeface="+mn-ea"/>
          <a:cs typeface="+mn-cs"/>
        </a:defRPr>
      </a:lvl2pPr>
      <a:lvl3pPr marL="1166813" indent="-266700" algn="l" defTabSz="914296" rtl="0" eaLnBrk="1" latinLnBrk="0" hangingPunct="1">
        <a:spcBef>
          <a:spcPts val="300"/>
        </a:spcBef>
        <a:buClr>
          <a:schemeClr val="accent1"/>
        </a:buClr>
        <a:buSzPct val="115000"/>
        <a:buFont typeface="Arial" panose="020B0604020202020204" pitchFamily="34" charset="0"/>
        <a:buChar char="▪"/>
        <a:defRPr sz="1400" kern="1200">
          <a:solidFill>
            <a:schemeClr val="tx1"/>
          </a:solidFill>
          <a:latin typeface="+mn-lt"/>
          <a:ea typeface="+mn-ea"/>
          <a:cs typeface="+mn-cs"/>
        </a:defRPr>
      </a:lvl3pPr>
      <a:lvl4pPr marL="160001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66"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14"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62"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10"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5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7"/>
          <p:cNvSpPr>
            <a:spLocks noChangeArrowheads="1"/>
          </p:cNvSpPr>
          <p:nvPr/>
        </p:nvSpPr>
        <p:spPr bwMode="auto">
          <a:xfrm>
            <a:off x="0" y="5854801"/>
            <a:ext cx="9144000" cy="1003200"/>
          </a:xfrm>
          <a:prstGeom prst="rect">
            <a:avLst/>
          </a:prstGeom>
          <a:solidFill>
            <a:schemeClr val="bg2"/>
          </a:solidFill>
          <a:ln>
            <a:noFill/>
          </a:ln>
          <a:effectLst/>
          <a:extLst/>
        </p:spPr>
        <p:txBody>
          <a:bodyPr wrap="none" anchor="ctr"/>
          <a:lstStyle/>
          <a:p>
            <a:endParaRPr lang="en-US" noProof="0" dirty="0"/>
          </a:p>
        </p:txBody>
      </p:sp>
      <p:sp>
        <p:nvSpPr>
          <p:cNvPr id="18" name="Rechteck 17"/>
          <p:cNvSpPr/>
          <p:nvPr/>
        </p:nvSpPr>
        <p:spPr>
          <a:xfrm>
            <a:off x="0" y="6498000"/>
            <a:ext cx="9144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noProof="0" dirty="0"/>
          </a:p>
        </p:txBody>
      </p:sp>
      <p:sp>
        <p:nvSpPr>
          <p:cNvPr id="2" name="Titelplatzhalter 1"/>
          <p:cNvSpPr>
            <a:spLocks noGrp="1"/>
          </p:cNvSpPr>
          <p:nvPr>
            <p:ph type="title"/>
          </p:nvPr>
        </p:nvSpPr>
        <p:spPr>
          <a:xfrm>
            <a:off x="423863" y="293687"/>
            <a:ext cx="6594475" cy="830993"/>
          </a:xfrm>
          <a:prstGeom prst="rect">
            <a:avLst/>
          </a:prstGeom>
        </p:spPr>
        <p:txBody>
          <a:bodyPr vert="horz" lIns="0" tIns="0" rIns="0" bIns="0" rtlCol="0" anchor="t">
            <a:noAutofit/>
          </a:bodyPr>
          <a:lstStyle/>
          <a:p>
            <a:r>
              <a:rPr lang="en-US" noProof="0" dirty="0" err="1" smtClean="0"/>
              <a:t>Titel</a:t>
            </a:r>
            <a:endParaRPr lang="en-US" noProof="0" dirty="0"/>
          </a:p>
        </p:txBody>
      </p:sp>
      <p:sp>
        <p:nvSpPr>
          <p:cNvPr id="3" name="Textplatzhalter 2"/>
          <p:cNvSpPr>
            <a:spLocks noGrp="1"/>
          </p:cNvSpPr>
          <p:nvPr>
            <p:ph type="body" idx="1"/>
          </p:nvPr>
        </p:nvSpPr>
        <p:spPr>
          <a:xfrm>
            <a:off x="399255" y="1400177"/>
            <a:ext cx="3220245" cy="4029074"/>
          </a:xfrm>
          <a:prstGeom prst="rect">
            <a:avLst/>
          </a:prstGeom>
        </p:spPr>
        <p:txBody>
          <a:bodyPr vert="horz" lIns="0" tIns="0" rIns="0" bIns="0" rtlCol="0">
            <a:noAutofit/>
          </a:bodyPr>
          <a:lstStyle/>
          <a:p>
            <a:pPr lvl="0"/>
            <a:r>
              <a:rPr lang="en-US" noProof="0" dirty="0" smtClean="0"/>
              <a:t>Text</a:t>
            </a:r>
          </a:p>
          <a:p>
            <a:pPr lvl="1"/>
            <a:r>
              <a:rPr lang="en-US" noProof="0" dirty="0" err="1" smtClean="0"/>
              <a:t>Ebene</a:t>
            </a:r>
            <a:r>
              <a:rPr lang="en-US" noProof="0" dirty="0" smtClean="0"/>
              <a:t> 2</a:t>
            </a:r>
          </a:p>
          <a:p>
            <a:pPr lvl="2"/>
            <a:r>
              <a:rPr lang="en-US" noProof="0" dirty="0" err="1" smtClean="0"/>
              <a:t>Ebene</a:t>
            </a:r>
            <a:r>
              <a:rPr lang="en-US" noProof="0" dirty="0" smtClean="0"/>
              <a:t> 3</a:t>
            </a:r>
          </a:p>
        </p:txBody>
      </p:sp>
      <p:sp>
        <p:nvSpPr>
          <p:cNvPr id="5" name="Fußzeilenplatzhalter 4"/>
          <p:cNvSpPr>
            <a:spLocks noGrp="1"/>
          </p:cNvSpPr>
          <p:nvPr>
            <p:ph type="ftr" sz="quarter" idx="3"/>
          </p:nvPr>
        </p:nvSpPr>
        <p:spPr>
          <a:xfrm>
            <a:off x="423863" y="6498000"/>
            <a:ext cx="2895600" cy="360001"/>
          </a:xfrm>
          <a:prstGeom prst="rect">
            <a:avLst/>
          </a:prstGeom>
        </p:spPr>
        <p:txBody>
          <a:bodyPr vert="horz" lIns="0" tIns="0" rIns="0" bIns="0" rtlCol="0" anchor="ctr"/>
          <a:lstStyle>
            <a:lvl1pPr algn="l">
              <a:defRPr sz="900">
                <a:solidFill>
                  <a:schemeClr val="bg1"/>
                </a:solidFill>
              </a:defRPr>
            </a:lvl1pPr>
          </a:lstStyle>
          <a:p>
            <a:r>
              <a:rPr lang="en-US" noProof="0" dirty="0" smtClean="0"/>
              <a:t>© BRUSA</a:t>
            </a:r>
            <a:endParaRPr lang="en-US" noProof="0" dirty="0"/>
          </a:p>
        </p:txBody>
      </p:sp>
      <p:sp>
        <p:nvSpPr>
          <p:cNvPr id="6" name="Foliennummernplatzhalter 5"/>
          <p:cNvSpPr>
            <a:spLocks noGrp="1"/>
          </p:cNvSpPr>
          <p:nvPr>
            <p:ph type="sldNum" sz="quarter" idx="4"/>
          </p:nvPr>
        </p:nvSpPr>
        <p:spPr>
          <a:xfrm>
            <a:off x="6588125" y="6498000"/>
            <a:ext cx="2133600" cy="360001"/>
          </a:xfrm>
          <a:prstGeom prst="rect">
            <a:avLst/>
          </a:prstGeom>
        </p:spPr>
        <p:txBody>
          <a:bodyPr vert="horz" lIns="0" tIns="0" rIns="0" bIns="0" rtlCol="0" anchor="ctr"/>
          <a:lstStyle>
            <a:lvl1pPr algn="r">
              <a:defRPr sz="900">
                <a:solidFill>
                  <a:schemeClr val="bg1"/>
                </a:solidFill>
              </a:defRPr>
            </a:lvl1pPr>
          </a:lstStyle>
          <a:p>
            <a:fld id="{6C6AE60A-B69C-4790-82F7-3882EDF23186}" type="slidenum">
              <a:rPr lang="en-US" noProof="0" smtClean="0"/>
              <a:pPr/>
              <a:t>‹Nr.›</a:t>
            </a:fld>
            <a:endParaRPr lang="en-US" noProof="0" dirty="0"/>
          </a:p>
        </p:txBody>
      </p:sp>
      <p:pic>
        <p:nvPicPr>
          <p:cNvPr id="16" name="Grafik 15"/>
          <p:cNvPicPr>
            <a:picLocks noChangeAspect="1"/>
          </p:cNvPicPr>
          <p:nvPr/>
        </p:nvPicPr>
        <p:blipFill>
          <a:blip r:embed="rId6" cstate="print">
            <a:lum bright="-5000" contrast="25000"/>
            <a:extLst>
              <a:ext uri="{28A0092B-C50C-407E-A947-70E740481C1C}">
                <a14:useLocalDpi xmlns:a14="http://schemas.microsoft.com/office/drawing/2010/main" val="0"/>
              </a:ext>
            </a:extLst>
          </a:blip>
          <a:stretch>
            <a:fillRect/>
          </a:stretch>
        </p:blipFill>
        <p:spPr>
          <a:xfrm>
            <a:off x="7633557" y="421184"/>
            <a:ext cx="1080000" cy="218780"/>
          </a:xfrm>
          <a:prstGeom prst="rect">
            <a:avLst/>
          </a:prstGeom>
        </p:spPr>
      </p:pic>
    </p:spTree>
    <p:extLst>
      <p:ext uri="{BB962C8B-B14F-4D97-AF65-F5344CB8AC3E}">
        <p14:creationId xmlns:p14="http://schemas.microsoft.com/office/powerpoint/2010/main" val="1979398914"/>
      </p:ext>
    </p:extLst>
  </p:cSld>
  <p:clrMap bg1="lt1" tx1="dk1" bg2="lt2" tx2="dk2" accent1="accent1" accent2="accent2" accent3="accent3" accent4="accent4" accent5="accent5" accent6="accent6" hlink="hlink" folHlink="folHlink"/>
  <p:sldLayoutIdLst>
    <p:sldLayoutId id="2147483734" r:id="rId1"/>
    <p:sldLayoutId id="2147483717" r:id="rId2"/>
    <p:sldLayoutId id="2147483718" r:id="rId3"/>
    <p:sldLayoutId id="2147483719" r:id="rId4"/>
  </p:sldLayoutIdLst>
  <p:timing>
    <p:tnLst>
      <p:par>
        <p:cTn id="1" dur="indefinite" restart="never" nodeType="tmRoot"/>
      </p:par>
    </p:tnLst>
  </p:timing>
  <p:hf hdr="0" dt="0"/>
  <p:txStyles>
    <p:titleStyle>
      <a:lvl1pPr algn="l" defTabSz="914296" rtl="0" eaLnBrk="1" latinLnBrk="0" hangingPunct="1">
        <a:spcBef>
          <a:spcPct val="0"/>
        </a:spcBef>
        <a:buNone/>
        <a:defRPr sz="2800" b="1" kern="1200">
          <a:solidFill>
            <a:schemeClr val="tx1"/>
          </a:solidFill>
          <a:latin typeface="+mj-lt"/>
          <a:ea typeface="+mj-ea"/>
          <a:cs typeface="+mj-cs"/>
        </a:defRPr>
      </a:lvl1pPr>
    </p:titleStyle>
    <p:bodyStyle>
      <a:lvl1pPr marL="268288" indent="-268288" algn="l" defTabSz="914296" rtl="0" eaLnBrk="1" latinLnBrk="0" hangingPunct="1">
        <a:spcBef>
          <a:spcPts val="1800"/>
        </a:spcBef>
        <a:buClr>
          <a:schemeClr val="accent1"/>
        </a:buClr>
        <a:buSzPct val="115000"/>
        <a:buFont typeface="Arial" panose="020B0604020202020204" pitchFamily="34" charset="0"/>
        <a:buChar char="▪"/>
        <a:defRPr sz="2200" kern="1200">
          <a:solidFill>
            <a:schemeClr val="tx1"/>
          </a:solidFill>
          <a:latin typeface="+mn-lt"/>
          <a:ea typeface="+mn-ea"/>
          <a:cs typeface="+mn-cs"/>
        </a:defRPr>
      </a:lvl1pPr>
      <a:lvl2pPr marL="720725" indent="-274638" algn="l" defTabSz="914296" rtl="0" eaLnBrk="1" latinLnBrk="0" hangingPunct="1">
        <a:spcBef>
          <a:spcPts val="600"/>
        </a:spcBef>
        <a:buClr>
          <a:schemeClr val="accent1"/>
        </a:buClr>
        <a:buSzPct val="115000"/>
        <a:buFont typeface="Arial" panose="020B0604020202020204" pitchFamily="34" charset="0"/>
        <a:buChar char="▪"/>
        <a:defRPr sz="1800" kern="1200">
          <a:solidFill>
            <a:schemeClr val="tx1"/>
          </a:solidFill>
          <a:latin typeface="+mn-lt"/>
          <a:ea typeface="+mn-ea"/>
          <a:cs typeface="+mn-cs"/>
        </a:defRPr>
      </a:lvl2pPr>
      <a:lvl3pPr marL="1166813" indent="-266700" algn="l" defTabSz="914296" rtl="0" eaLnBrk="1" latinLnBrk="0" hangingPunct="1">
        <a:spcBef>
          <a:spcPts val="300"/>
        </a:spcBef>
        <a:buClr>
          <a:schemeClr val="accent1"/>
        </a:buClr>
        <a:buSzPct val="115000"/>
        <a:buFont typeface="Arial" panose="020B0604020202020204" pitchFamily="34" charset="0"/>
        <a:buChar char="▪"/>
        <a:defRPr sz="1400" kern="1200">
          <a:solidFill>
            <a:schemeClr val="tx1"/>
          </a:solidFill>
          <a:latin typeface="+mn-lt"/>
          <a:ea typeface="+mn-ea"/>
          <a:cs typeface="+mn-cs"/>
        </a:defRPr>
      </a:lvl3pPr>
      <a:lvl4pPr marL="160001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66"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14"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62"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10"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5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7"/>
          <p:cNvSpPr>
            <a:spLocks noChangeArrowheads="1"/>
          </p:cNvSpPr>
          <p:nvPr/>
        </p:nvSpPr>
        <p:spPr bwMode="auto">
          <a:xfrm>
            <a:off x="0" y="5854801"/>
            <a:ext cx="9144000" cy="1003200"/>
          </a:xfrm>
          <a:prstGeom prst="rect">
            <a:avLst/>
          </a:prstGeom>
          <a:solidFill>
            <a:schemeClr val="bg2"/>
          </a:solidFill>
          <a:ln>
            <a:noFill/>
          </a:ln>
          <a:effectLst/>
          <a:extLst/>
        </p:spPr>
        <p:txBody>
          <a:bodyPr wrap="none" anchor="ctr"/>
          <a:lstStyle/>
          <a:p>
            <a:endParaRPr lang="en-US" noProof="0" dirty="0"/>
          </a:p>
        </p:txBody>
      </p:sp>
      <p:sp>
        <p:nvSpPr>
          <p:cNvPr id="18" name="Rechteck 17"/>
          <p:cNvSpPr/>
          <p:nvPr/>
        </p:nvSpPr>
        <p:spPr>
          <a:xfrm>
            <a:off x="0" y="6498000"/>
            <a:ext cx="9144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noProof="0" dirty="0"/>
          </a:p>
        </p:txBody>
      </p:sp>
      <p:sp>
        <p:nvSpPr>
          <p:cNvPr id="2" name="Titelplatzhalter 1"/>
          <p:cNvSpPr>
            <a:spLocks noGrp="1"/>
          </p:cNvSpPr>
          <p:nvPr>
            <p:ph type="title"/>
          </p:nvPr>
        </p:nvSpPr>
        <p:spPr>
          <a:xfrm>
            <a:off x="423863" y="293687"/>
            <a:ext cx="6594475" cy="830993"/>
          </a:xfrm>
          <a:prstGeom prst="rect">
            <a:avLst/>
          </a:prstGeom>
        </p:spPr>
        <p:txBody>
          <a:bodyPr vert="horz" lIns="0" tIns="0" rIns="0" bIns="0" rtlCol="0" anchor="t">
            <a:noAutofit/>
          </a:bodyPr>
          <a:lstStyle/>
          <a:p>
            <a:r>
              <a:rPr lang="en-US" noProof="0" dirty="0" err="1" smtClean="0"/>
              <a:t>Titel</a:t>
            </a:r>
            <a:endParaRPr lang="en-US" noProof="0" dirty="0"/>
          </a:p>
        </p:txBody>
      </p:sp>
      <p:sp>
        <p:nvSpPr>
          <p:cNvPr id="5" name="Fußzeilenplatzhalter 4"/>
          <p:cNvSpPr>
            <a:spLocks noGrp="1"/>
          </p:cNvSpPr>
          <p:nvPr>
            <p:ph type="ftr" sz="quarter" idx="3"/>
          </p:nvPr>
        </p:nvSpPr>
        <p:spPr>
          <a:xfrm>
            <a:off x="423863" y="6498000"/>
            <a:ext cx="2895600" cy="360001"/>
          </a:xfrm>
          <a:prstGeom prst="rect">
            <a:avLst/>
          </a:prstGeom>
        </p:spPr>
        <p:txBody>
          <a:bodyPr vert="horz" lIns="0" tIns="0" rIns="0" bIns="0" rtlCol="0" anchor="ctr"/>
          <a:lstStyle>
            <a:lvl1pPr algn="l">
              <a:defRPr sz="900">
                <a:solidFill>
                  <a:schemeClr val="bg1"/>
                </a:solidFill>
              </a:defRPr>
            </a:lvl1pPr>
          </a:lstStyle>
          <a:p>
            <a:r>
              <a:rPr lang="en-US" noProof="0" dirty="0" smtClean="0"/>
              <a:t>© BRUSA</a:t>
            </a:r>
            <a:endParaRPr lang="en-US" noProof="0" dirty="0"/>
          </a:p>
        </p:txBody>
      </p:sp>
      <p:sp>
        <p:nvSpPr>
          <p:cNvPr id="6" name="Foliennummernplatzhalter 5"/>
          <p:cNvSpPr>
            <a:spLocks noGrp="1"/>
          </p:cNvSpPr>
          <p:nvPr>
            <p:ph type="sldNum" sz="quarter" idx="4"/>
          </p:nvPr>
        </p:nvSpPr>
        <p:spPr>
          <a:xfrm>
            <a:off x="6588125" y="6498000"/>
            <a:ext cx="2133600" cy="360001"/>
          </a:xfrm>
          <a:prstGeom prst="rect">
            <a:avLst/>
          </a:prstGeom>
        </p:spPr>
        <p:txBody>
          <a:bodyPr vert="horz" lIns="0" tIns="0" rIns="0" bIns="0" rtlCol="0" anchor="ctr"/>
          <a:lstStyle>
            <a:lvl1pPr algn="r">
              <a:defRPr sz="900">
                <a:solidFill>
                  <a:schemeClr val="bg1"/>
                </a:solidFill>
              </a:defRPr>
            </a:lvl1pPr>
          </a:lstStyle>
          <a:p>
            <a:fld id="{6C6AE60A-B69C-4790-82F7-3882EDF23186}" type="slidenum">
              <a:rPr lang="en-US" noProof="0" smtClean="0"/>
              <a:pPr/>
              <a:t>‹Nr.›</a:t>
            </a:fld>
            <a:endParaRPr lang="en-US" noProof="0" dirty="0"/>
          </a:p>
        </p:txBody>
      </p:sp>
      <p:pic>
        <p:nvPicPr>
          <p:cNvPr id="16" name="Grafik 15"/>
          <p:cNvPicPr>
            <a:picLocks noChangeAspect="1"/>
          </p:cNvPicPr>
          <p:nvPr/>
        </p:nvPicPr>
        <p:blipFill>
          <a:blip r:embed="rId6" cstate="print">
            <a:lum bright="-5000" contrast="25000"/>
            <a:extLst>
              <a:ext uri="{28A0092B-C50C-407E-A947-70E740481C1C}">
                <a14:useLocalDpi xmlns:a14="http://schemas.microsoft.com/office/drawing/2010/main" val="0"/>
              </a:ext>
            </a:extLst>
          </a:blip>
          <a:stretch>
            <a:fillRect/>
          </a:stretch>
        </p:blipFill>
        <p:spPr>
          <a:xfrm>
            <a:off x="7633557" y="421184"/>
            <a:ext cx="1080000" cy="218780"/>
          </a:xfrm>
          <a:prstGeom prst="rect">
            <a:avLst/>
          </a:prstGeom>
        </p:spPr>
      </p:pic>
    </p:spTree>
    <p:extLst>
      <p:ext uri="{BB962C8B-B14F-4D97-AF65-F5344CB8AC3E}">
        <p14:creationId xmlns:p14="http://schemas.microsoft.com/office/powerpoint/2010/main" val="312685213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4" r:id="rId3"/>
    <p:sldLayoutId id="2147483723" r:id="rId4"/>
  </p:sldLayoutIdLst>
  <p:timing>
    <p:tnLst>
      <p:par>
        <p:cTn id="1" dur="indefinite" restart="never" nodeType="tmRoot"/>
      </p:par>
    </p:tnLst>
  </p:timing>
  <p:hf hdr="0" dt="0"/>
  <p:txStyles>
    <p:titleStyle>
      <a:lvl1pPr algn="l" defTabSz="914296" rtl="0" eaLnBrk="1" latinLnBrk="0" hangingPunct="1">
        <a:spcBef>
          <a:spcPct val="0"/>
        </a:spcBef>
        <a:buNone/>
        <a:defRPr sz="2800" b="1" kern="1200">
          <a:solidFill>
            <a:schemeClr val="tx1"/>
          </a:solidFill>
          <a:latin typeface="+mj-lt"/>
          <a:ea typeface="+mj-ea"/>
          <a:cs typeface="+mj-cs"/>
        </a:defRPr>
      </a:lvl1pPr>
    </p:titleStyle>
    <p:bodyStyle>
      <a:lvl1pPr marL="268288" indent="-268288" algn="l" defTabSz="914296" rtl="0" eaLnBrk="1" latinLnBrk="0" hangingPunct="1">
        <a:spcBef>
          <a:spcPts val="900"/>
        </a:spcBef>
        <a:buClr>
          <a:schemeClr val="accent1"/>
        </a:buClr>
        <a:buSzPct val="115000"/>
        <a:buFont typeface="Arial" panose="020B0604020202020204" pitchFamily="34" charset="0"/>
        <a:buChar char="▪"/>
        <a:defRPr sz="2400" kern="1200">
          <a:solidFill>
            <a:schemeClr val="tx1"/>
          </a:solidFill>
          <a:latin typeface="+mn-lt"/>
          <a:ea typeface="+mn-ea"/>
          <a:cs typeface="+mn-cs"/>
        </a:defRPr>
      </a:lvl1pPr>
      <a:lvl2pPr marL="720725" indent="-274638" algn="l" defTabSz="914296" rtl="0" eaLnBrk="1" latinLnBrk="0" hangingPunct="1">
        <a:spcBef>
          <a:spcPts val="300"/>
        </a:spcBef>
        <a:buClr>
          <a:schemeClr val="accent1"/>
        </a:buClr>
        <a:buSzPct val="115000"/>
        <a:buFont typeface="Arial" panose="020B0604020202020204" pitchFamily="34" charset="0"/>
        <a:buChar char="▪"/>
        <a:defRPr sz="2000" kern="1200">
          <a:solidFill>
            <a:schemeClr val="tx1"/>
          </a:solidFill>
          <a:latin typeface="+mn-lt"/>
          <a:ea typeface="+mn-ea"/>
          <a:cs typeface="+mn-cs"/>
        </a:defRPr>
      </a:lvl2pPr>
      <a:lvl3pPr marL="1166813" indent="-266700" algn="l" defTabSz="914296" rtl="0" eaLnBrk="1" latinLnBrk="0" hangingPunct="1">
        <a:spcBef>
          <a:spcPts val="150"/>
        </a:spcBef>
        <a:buClr>
          <a:schemeClr val="accent1"/>
        </a:buClr>
        <a:buSzPct val="115000"/>
        <a:buFont typeface="Arial" panose="020B0604020202020204" pitchFamily="34" charset="0"/>
        <a:buChar char="▪"/>
        <a:defRPr sz="1600" kern="1200">
          <a:solidFill>
            <a:schemeClr val="tx1"/>
          </a:solidFill>
          <a:latin typeface="+mn-lt"/>
          <a:ea typeface="+mn-ea"/>
          <a:cs typeface="+mn-cs"/>
        </a:defRPr>
      </a:lvl3pPr>
      <a:lvl4pPr marL="160001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66"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14"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62"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10"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5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9746682"/>
      </p:ext>
    </p:extLst>
  </p:cSld>
  <p:clrMap bg1="lt1" tx1="dk1" bg2="lt2" tx2="dk2" accent1="accent1" accent2="accent2" accent3="accent3" accent4="accent4" accent5="accent5" accent6="accent6" hlink="hlink" folHlink="folHlink"/>
  <p:sldLayoutIdLst>
    <p:sldLayoutId id="2147483726" r:id="rId1"/>
    <p:sldLayoutId id="2147483727" r:id="rId2"/>
  </p:sldLayoutIdLst>
  <p:timing>
    <p:tnLst>
      <p:par>
        <p:cTn id="1" dur="indefinite" restart="never" nodeType="tmRoot"/>
      </p:par>
    </p:tnLst>
  </p:timing>
  <p:hf hdr="0" dt="0"/>
  <p:txStyles>
    <p:titleStyle>
      <a:lvl1pPr algn="l" defTabSz="914296" rtl="0" eaLnBrk="1" latinLnBrk="0" hangingPunct="1">
        <a:spcBef>
          <a:spcPct val="0"/>
        </a:spcBef>
        <a:buNone/>
        <a:defRPr sz="2800" b="1" kern="1200">
          <a:solidFill>
            <a:schemeClr val="tx1"/>
          </a:solidFill>
          <a:latin typeface="+mj-lt"/>
          <a:ea typeface="+mj-ea"/>
          <a:cs typeface="+mj-cs"/>
        </a:defRPr>
      </a:lvl1pPr>
    </p:titleStyle>
    <p:bodyStyle>
      <a:lvl1pPr marL="268288" indent="-268288" algn="l" defTabSz="914296" rtl="0" eaLnBrk="1" latinLnBrk="0" hangingPunct="1">
        <a:spcBef>
          <a:spcPts val="900"/>
        </a:spcBef>
        <a:buClr>
          <a:schemeClr val="accent1"/>
        </a:buClr>
        <a:buSzPct val="115000"/>
        <a:buFont typeface="Arial" panose="020B0604020202020204" pitchFamily="34" charset="0"/>
        <a:buChar char="▪"/>
        <a:defRPr sz="2400" kern="1200">
          <a:solidFill>
            <a:schemeClr val="tx1"/>
          </a:solidFill>
          <a:latin typeface="+mn-lt"/>
          <a:ea typeface="+mn-ea"/>
          <a:cs typeface="+mn-cs"/>
        </a:defRPr>
      </a:lvl1pPr>
      <a:lvl2pPr marL="720725" indent="-274638" algn="l" defTabSz="914296" rtl="0" eaLnBrk="1" latinLnBrk="0" hangingPunct="1">
        <a:spcBef>
          <a:spcPts val="300"/>
        </a:spcBef>
        <a:buClr>
          <a:schemeClr val="accent1"/>
        </a:buClr>
        <a:buSzPct val="115000"/>
        <a:buFont typeface="Arial" panose="020B0604020202020204" pitchFamily="34" charset="0"/>
        <a:buChar char="▪"/>
        <a:defRPr sz="2000" kern="1200">
          <a:solidFill>
            <a:schemeClr val="tx1"/>
          </a:solidFill>
          <a:latin typeface="+mn-lt"/>
          <a:ea typeface="+mn-ea"/>
          <a:cs typeface="+mn-cs"/>
        </a:defRPr>
      </a:lvl2pPr>
      <a:lvl3pPr marL="1166813" indent="-266700" algn="l" defTabSz="914296" rtl="0" eaLnBrk="1" latinLnBrk="0" hangingPunct="1">
        <a:spcBef>
          <a:spcPts val="150"/>
        </a:spcBef>
        <a:buClr>
          <a:schemeClr val="accent1"/>
        </a:buClr>
        <a:buSzPct val="115000"/>
        <a:buFont typeface="Arial" panose="020B0604020202020204" pitchFamily="34" charset="0"/>
        <a:buChar char="▪"/>
        <a:defRPr sz="1600" kern="1200">
          <a:solidFill>
            <a:schemeClr val="tx1"/>
          </a:solidFill>
          <a:latin typeface="+mn-lt"/>
          <a:ea typeface="+mn-ea"/>
          <a:cs typeface="+mn-cs"/>
        </a:defRPr>
      </a:lvl3pPr>
      <a:lvl4pPr marL="160001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66"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14"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62"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10"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5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Rectangle 7"/>
          <p:cNvSpPr>
            <a:spLocks noChangeArrowheads="1"/>
          </p:cNvSpPr>
          <p:nvPr/>
        </p:nvSpPr>
        <p:spPr bwMode="auto">
          <a:xfrm>
            <a:off x="0" y="5854801"/>
            <a:ext cx="9144000" cy="1003200"/>
          </a:xfrm>
          <a:prstGeom prst="rect">
            <a:avLst/>
          </a:prstGeom>
          <a:solidFill>
            <a:schemeClr val="bg2"/>
          </a:solidFill>
          <a:ln>
            <a:noFill/>
          </a:ln>
          <a:effectLst/>
          <a:extLst/>
        </p:spPr>
        <p:txBody>
          <a:bodyPr wrap="none" anchor="ctr"/>
          <a:lstStyle/>
          <a:p>
            <a:endParaRPr lang="en-US" dirty="0">
              <a:solidFill>
                <a:srgbClr val="000000"/>
              </a:solidFill>
            </a:endParaRPr>
          </a:p>
        </p:txBody>
      </p:sp>
      <p:sp>
        <p:nvSpPr>
          <p:cNvPr id="18" name="Rechteck 17"/>
          <p:cNvSpPr/>
          <p:nvPr/>
        </p:nvSpPr>
        <p:spPr>
          <a:xfrm>
            <a:off x="0" y="6498000"/>
            <a:ext cx="9144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en-US" dirty="0">
              <a:solidFill>
                <a:srgbClr val="FFFFFF"/>
              </a:solidFill>
            </a:endParaRPr>
          </a:p>
        </p:txBody>
      </p:sp>
      <p:sp>
        <p:nvSpPr>
          <p:cNvPr id="2" name="Titelplatzhalter 1"/>
          <p:cNvSpPr>
            <a:spLocks noGrp="1"/>
          </p:cNvSpPr>
          <p:nvPr>
            <p:ph type="title"/>
          </p:nvPr>
        </p:nvSpPr>
        <p:spPr>
          <a:xfrm>
            <a:off x="423863" y="293687"/>
            <a:ext cx="6594475" cy="830993"/>
          </a:xfrm>
          <a:prstGeom prst="rect">
            <a:avLst/>
          </a:prstGeom>
        </p:spPr>
        <p:txBody>
          <a:bodyPr vert="horz" lIns="0" tIns="0" rIns="0" bIns="0" rtlCol="0" anchor="t">
            <a:noAutofit/>
          </a:bodyPr>
          <a:lstStyle/>
          <a:p>
            <a:r>
              <a:rPr lang="en-US" noProof="0" dirty="0" err="1" smtClean="0"/>
              <a:t>Titel</a:t>
            </a:r>
            <a:endParaRPr lang="en-US" noProof="0" dirty="0"/>
          </a:p>
        </p:txBody>
      </p:sp>
      <p:sp>
        <p:nvSpPr>
          <p:cNvPr id="3" name="Textplatzhalter 2"/>
          <p:cNvSpPr>
            <a:spLocks noGrp="1"/>
          </p:cNvSpPr>
          <p:nvPr>
            <p:ph type="body" idx="1"/>
          </p:nvPr>
        </p:nvSpPr>
        <p:spPr>
          <a:xfrm>
            <a:off x="399255" y="1400177"/>
            <a:ext cx="3963195" cy="4029074"/>
          </a:xfrm>
          <a:prstGeom prst="rect">
            <a:avLst/>
          </a:prstGeom>
        </p:spPr>
        <p:txBody>
          <a:bodyPr vert="horz" lIns="0" tIns="0" rIns="0" bIns="0" rtlCol="0">
            <a:noAutofit/>
          </a:bodyPr>
          <a:lstStyle/>
          <a:p>
            <a:pPr lvl="0"/>
            <a:r>
              <a:rPr lang="en-US" noProof="0" dirty="0" smtClean="0"/>
              <a:t>Text</a:t>
            </a:r>
          </a:p>
          <a:p>
            <a:pPr lvl="1"/>
            <a:r>
              <a:rPr lang="en-US" noProof="0" dirty="0" err="1" smtClean="0"/>
              <a:t>Ebene</a:t>
            </a:r>
            <a:r>
              <a:rPr lang="en-US" noProof="0" dirty="0" smtClean="0"/>
              <a:t> 2</a:t>
            </a:r>
          </a:p>
          <a:p>
            <a:pPr lvl="2"/>
            <a:r>
              <a:rPr lang="en-US" noProof="0" dirty="0" err="1" smtClean="0"/>
              <a:t>Ebene</a:t>
            </a:r>
            <a:r>
              <a:rPr lang="en-US" noProof="0" dirty="0" smtClean="0"/>
              <a:t> 3</a:t>
            </a:r>
          </a:p>
        </p:txBody>
      </p:sp>
      <p:sp>
        <p:nvSpPr>
          <p:cNvPr id="5" name="Fußzeilenplatzhalter 4"/>
          <p:cNvSpPr>
            <a:spLocks noGrp="1"/>
          </p:cNvSpPr>
          <p:nvPr>
            <p:ph type="ftr" sz="quarter" idx="3"/>
          </p:nvPr>
        </p:nvSpPr>
        <p:spPr>
          <a:xfrm>
            <a:off x="423863" y="6498000"/>
            <a:ext cx="2895600" cy="360001"/>
          </a:xfrm>
          <a:prstGeom prst="rect">
            <a:avLst/>
          </a:prstGeom>
        </p:spPr>
        <p:txBody>
          <a:bodyPr vert="horz" lIns="0" tIns="0" rIns="0" bIns="0" rtlCol="0" anchor="ctr"/>
          <a:lstStyle>
            <a:lvl1pPr algn="l">
              <a:defRPr sz="900">
                <a:solidFill>
                  <a:schemeClr val="bg1"/>
                </a:solidFill>
              </a:defRPr>
            </a:lvl1pPr>
          </a:lstStyle>
          <a:p>
            <a:r>
              <a:rPr lang="en-US" dirty="0" smtClean="0">
                <a:solidFill>
                  <a:srgbClr val="FFFFFF"/>
                </a:solidFill>
              </a:rPr>
              <a:t>© BRUSA</a:t>
            </a:r>
            <a:endParaRPr lang="en-US" dirty="0">
              <a:solidFill>
                <a:srgbClr val="FFFFFF"/>
              </a:solidFill>
            </a:endParaRPr>
          </a:p>
        </p:txBody>
      </p:sp>
      <p:sp>
        <p:nvSpPr>
          <p:cNvPr id="6" name="Foliennummernplatzhalter 5"/>
          <p:cNvSpPr>
            <a:spLocks noGrp="1"/>
          </p:cNvSpPr>
          <p:nvPr>
            <p:ph type="sldNum" sz="quarter" idx="4"/>
          </p:nvPr>
        </p:nvSpPr>
        <p:spPr>
          <a:xfrm>
            <a:off x="6588125" y="6498000"/>
            <a:ext cx="2133600" cy="360001"/>
          </a:xfrm>
          <a:prstGeom prst="rect">
            <a:avLst/>
          </a:prstGeom>
        </p:spPr>
        <p:txBody>
          <a:bodyPr vert="horz" lIns="0" tIns="0" rIns="0" bIns="0" rtlCol="0" anchor="ctr"/>
          <a:lstStyle>
            <a:lvl1pPr algn="r">
              <a:defRPr sz="900">
                <a:solidFill>
                  <a:schemeClr val="bg1"/>
                </a:solidFill>
              </a:defRPr>
            </a:lvl1pPr>
          </a:lstStyle>
          <a:p>
            <a:fld id="{6C6AE60A-B69C-4790-82F7-3882EDF23186}" type="slidenum">
              <a:rPr lang="en-US" smtClean="0">
                <a:solidFill>
                  <a:srgbClr val="FFFFFF"/>
                </a:solidFill>
              </a:rPr>
              <a:pPr/>
              <a:t>‹Nr.›</a:t>
            </a:fld>
            <a:endParaRPr lang="en-US" dirty="0">
              <a:solidFill>
                <a:srgbClr val="FFFFFF"/>
              </a:solidFill>
            </a:endParaRPr>
          </a:p>
        </p:txBody>
      </p:sp>
      <p:pic>
        <p:nvPicPr>
          <p:cNvPr id="16" name="Grafik 15"/>
          <p:cNvPicPr>
            <a:picLocks noChangeAspect="1"/>
          </p:cNvPicPr>
          <p:nvPr/>
        </p:nvPicPr>
        <p:blipFill>
          <a:blip r:embed="rId6" cstate="print">
            <a:lum bright="-5000" contrast="25000"/>
            <a:extLst>
              <a:ext uri="{28A0092B-C50C-407E-A947-70E740481C1C}">
                <a14:useLocalDpi xmlns:a14="http://schemas.microsoft.com/office/drawing/2010/main" val="0"/>
              </a:ext>
            </a:extLst>
          </a:blip>
          <a:stretch>
            <a:fillRect/>
          </a:stretch>
        </p:blipFill>
        <p:spPr>
          <a:xfrm>
            <a:off x="7633557" y="421184"/>
            <a:ext cx="1080000" cy="218780"/>
          </a:xfrm>
          <a:prstGeom prst="rect">
            <a:avLst/>
          </a:prstGeom>
        </p:spPr>
      </p:pic>
    </p:spTree>
    <p:extLst>
      <p:ext uri="{BB962C8B-B14F-4D97-AF65-F5344CB8AC3E}">
        <p14:creationId xmlns:p14="http://schemas.microsoft.com/office/powerpoint/2010/main" val="2268774923"/>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Lst>
  <p:timing>
    <p:tnLst>
      <p:par>
        <p:cTn id="1" dur="indefinite" restart="never" nodeType="tmRoot"/>
      </p:par>
    </p:tnLst>
  </p:timing>
  <p:hf hdr="0" dt="0"/>
  <p:txStyles>
    <p:titleStyle>
      <a:lvl1pPr algn="l" defTabSz="914296" rtl="0" eaLnBrk="1" latinLnBrk="0" hangingPunct="1">
        <a:spcBef>
          <a:spcPct val="0"/>
        </a:spcBef>
        <a:buNone/>
        <a:defRPr sz="2800" b="1" kern="1200">
          <a:solidFill>
            <a:schemeClr val="tx1"/>
          </a:solidFill>
          <a:latin typeface="+mj-lt"/>
          <a:ea typeface="+mj-ea"/>
          <a:cs typeface="+mj-cs"/>
        </a:defRPr>
      </a:lvl1pPr>
    </p:titleStyle>
    <p:bodyStyle>
      <a:lvl1pPr marL="268288" indent="-268288" algn="l" defTabSz="914296" rtl="0" eaLnBrk="1" latinLnBrk="0" hangingPunct="1">
        <a:spcBef>
          <a:spcPts val="1800"/>
        </a:spcBef>
        <a:buClr>
          <a:schemeClr val="accent1"/>
        </a:buClr>
        <a:buSzPct val="115000"/>
        <a:buFont typeface="Arial" panose="020B0604020202020204" pitchFamily="34" charset="0"/>
        <a:buChar char="▪"/>
        <a:defRPr sz="2200" kern="1200">
          <a:solidFill>
            <a:schemeClr val="tx1"/>
          </a:solidFill>
          <a:latin typeface="+mn-lt"/>
          <a:ea typeface="+mn-ea"/>
          <a:cs typeface="+mn-cs"/>
        </a:defRPr>
      </a:lvl1pPr>
      <a:lvl2pPr marL="720725" indent="-274638" algn="l" defTabSz="914296" rtl="0" eaLnBrk="1" latinLnBrk="0" hangingPunct="1">
        <a:spcBef>
          <a:spcPts val="600"/>
        </a:spcBef>
        <a:buClr>
          <a:schemeClr val="accent1"/>
        </a:buClr>
        <a:buSzPct val="115000"/>
        <a:buFont typeface="Arial" panose="020B0604020202020204" pitchFamily="34" charset="0"/>
        <a:buChar char="▪"/>
        <a:defRPr sz="1800" kern="1200">
          <a:solidFill>
            <a:schemeClr val="tx1"/>
          </a:solidFill>
          <a:latin typeface="+mn-lt"/>
          <a:ea typeface="+mn-ea"/>
          <a:cs typeface="+mn-cs"/>
        </a:defRPr>
      </a:lvl2pPr>
      <a:lvl3pPr marL="1166813" indent="-266700" algn="l" defTabSz="914296" rtl="0" eaLnBrk="1" latinLnBrk="0" hangingPunct="1">
        <a:spcBef>
          <a:spcPts val="300"/>
        </a:spcBef>
        <a:buClr>
          <a:schemeClr val="accent1"/>
        </a:buClr>
        <a:buSzPct val="115000"/>
        <a:buFont typeface="Arial" panose="020B0604020202020204" pitchFamily="34" charset="0"/>
        <a:buChar char="▪"/>
        <a:defRPr sz="1400" kern="1200">
          <a:solidFill>
            <a:schemeClr val="tx1"/>
          </a:solidFill>
          <a:latin typeface="+mn-lt"/>
          <a:ea typeface="+mn-ea"/>
          <a:cs typeface="+mn-cs"/>
        </a:defRPr>
      </a:lvl3pPr>
      <a:lvl4pPr marL="160001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66"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14"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62"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10"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58" indent="-228574" algn="l" defTabSz="91429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hyperlink" Target="https://www.infineon.com/dgdl/Infineon-Presentation+1200+V+discrete+IGBT+in+TO-247PLUS-PPT-v01_00-EN.pdf?fileId=5546d4625bd71aa0015bf5f3d6123c5c" TargetMode="Externa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0"/>
          </p:nvPr>
        </p:nvSpPr>
        <p:spPr>
          <a:xfrm>
            <a:off x="395536" y="4365104"/>
            <a:ext cx="8297862" cy="1224136"/>
          </a:xfrm>
        </p:spPr>
        <p:txBody>
          <a:bodyPr/>
          <a:lstStyle/>
          <a:p>
            <a:r>
              <a:rPr lang="de-CH" sz="2800" cap="none" dirty="0" err="1" smtClean="0"/>
              <a:t>Comparison</a:t>
            </a:r>
            <a:r>
              <a:rPr lang="de-CH" sz="2800" cap="none" dirty="0" smtClean="0"/>
              <a:t> </a:t>
            </a:r>
            <a:r>
              <a:rPr lang="de-CH" sz="2800" cap="none" dirty="0" err="1" smtClean="0"/>
              <a:t>of</a:t>
            </a:r>
            <a:r>
              <a:rPr lang="de-CH" sz="2800" cap="none" dirty="0" smtClean="0"/>
              <a:t> thermal </a:t>
            </a:r>
            <a:r>
              <a:rPr lang="de-CH" sz="2800" cap="none" dirty="0" err="1" smtClean="0"/>
              <a:t>resistance</a:t>
            </a:r>
            <a:r>
              <a:rPr lang="de-CH" sz="2800" cap="none" dirty="0" smtClean="0"/>
              <a:t> </a:t>
            </a:r>
            <a:r>
              <a:rPr lang="de-CH" sz="2800" cap="none" smtClean="0"/>
              <a:t>for </a:t>
            </a:r>
            <a:r>
              <a:rPr lang="de-CH" sz="2800" cap="none" dirty="0" smtClean="0"/>
              <a:t>different </a:t>
            </a:r>
            <a:r>
              <a:rPr lang="de-CH" sz="2800" cap="none" dirty="0" err="1" smtClean="0"/>
              <a:t>packaging</a:t>
            </a:r>
            <a:r>
              <a:rPr lang="de-CH" sz="2800" cap="none" dirty="0" smtClean="0"/>
              <a:t> </a:t>
            </a:r>
            <a:r>
              <a:rPr lang="de-CH" sz="2800" cap="none" dirty="0" err="1" smtClean="0"/>
              <a:t>and</a:t>
            </a:r>
            <a:r>
              <a:rPr lang="de-CH" sz="2800" cap="none" dirty="0" smtClean="0"/>
              <a:t> </a:t>
            </a:r>
            <a:r>
              <a:rPr lang="de-CH" sz="2800" cap="none" dirty="0" err="1" smtClean="0"/>
              <a:t>cooling</a:t>
            </a:r>
            <a:r>
              <a:rPr lang="de-CH" sz="2800" cap="none" dirty="0" smtClean="0"/>
              <a:t> </a:t>
            </a:r>
            <a:r>
              <a:rPr lang="de-CH" sz="2800" cap="none" dirty="0" err="1" smtClean="0"/>
              <a:t>concepts</a:t>
            </a:r>
            <a:endParaRPr lang="de-CH" sz="2800" cap="none" dirty="0"/>
          </a:p>
        </p:txBody>
      </p:sp>
      <p:sp>
        <p:nvSpPr>
          <p:cNvPr id="4" name="Textplatzhalter 3"/>
          <p:cNvSpPr>
            <a:spLocks noGrp="1"/>
          </p:cNvSpPr>
          <p:nvPr>
            <p:ph type="body" sz="quarter" idx="11"/>
          </p:nvPr>
        </p:nvSpPr>
        <p:spPr>
          <a:xfrm>
            <a:off x="5580112" y="6165304"/>
            <a:ext cx="3428107" cy="330460"/>
          </a:xfrm>
        </p:spPr>
        <p:txBody>
          <a:bodyPr/>
          <a:lstStyle/>
          <a:p>
            <a:r>
              <a:rPr lang="de-CH" dirty="0" smtClean="0"/>
              <a:t>Ueli Wendelspiess</a:t>
            </a:r>
            <a:endParaRPr lang="de-CH" dirty="0"/>
          </a:p>
        </p:txBody>
      </p:sp>
    </p:spTree>
    <p:extLst>
      <p:ext uri="{BB962C8B-B14F-4D97-AF65-F5344CB8AC3E}">
        <p14:creationId xmlns:p14="http://schemas.microsoft.com/office/powerpoint/2010/main" val="28551074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5" name="Foliennummernplatzhalter 4"/>
          <p:cNvSpPr>
            <a:spLocks noGrp="1"/>
          </p:cNvSpPr>
          <p:nvPr>
            <p:ph type="sldNum" sz="quarter" idx="12"/>
          </p:nvPr>
        </p:nvSpPr>
        <p:spPr/>
        <p:txBody>
          <a:bodyPr/>
          <a:lstStyle/>
          <a:p>
            <a:fld id="{6C6AE60A-B69C-4790-82F7-3882EDF23186}" type="slidenum">
              <a:rPr lang="en-US" smtClean="0">
                <a:solidFill>
                  <a:srgbClr val="FFFFFF"/>
                </a:solidFill>
              </a:rPr>
              <a:pPr/>
              <a:t>2</a:t>
            </a:fld>
            <a:endParaRPr lang="en-US" dirty="0">
              <a:solidFill>
                <a:srgbClr val="FFFFFF"/>
              </a:solidFill>
            </a:endParaRPr>
          </a:p>
        </p:txBody>
      </p:sp>
      <p:sp>
        <p:nvSpPr>
          <p:cNvPr id="6" name="Titel 1"/>
          <p:cNvSpPr txBox="1">
            <a:spLocks/>
          </p:cNvSpPr>
          <p:nvPr/>
        </p:nvSpPr>
        <p:spPr>
          <a:xfrm>
            <a:off x="423863" y="332656"/>
            <a:ext cx="6594475" cy="830993"/>
          </a:xfrm>
          <a:prstGeom prst="rect">
            <a:avLst/>
          </a:prstGeom>
        </p:spPr>
        <p:txBody>
          <a:bodyPr vert="horz" lIns="0" tIns="0" rIns="0" bIns="0" rtlCol="0" anchor="t">
            <a:noAutofit/>
          </a:bodyPr>
          <a:lstStyle>
            <a:lvl1pPr algn="l" defTabSz="914296" rtl="0" eaLnBrk="1" latinLnBrk="0" hangingPunct="1">
              <a:spcBef>
                <a:spcPct val="0"/>
              </a:spcBef>
              <a:buNone/>
              <a:defRPr sz="2800" b="1" kern="1200">
                <a:solidFill>
                  <a:schemeClr val="tx1"/>
                </a:solidFill>
                <a:latin typeface="+mj-lt"/>
                <a:ea typeface="+mj-ea"/>
                <a:cs typeface="+mj-cs"/>
              </a:defRPr>
            </a:lvl1pPr>
          </a:lstStyle>
          <a:p>
            <a:r>
              <a:rPr lang="de-CH" sz="2400" dirty="0" err="1" smtClean="0">
                <a:solidFill>
                  <a:srgbClr val="C00000"/>
                </a:solidFill>
              </a:rPr>
              <a:t>Investigated</a:t>
            </a:r>
            <a:r>
              <a:rPr lang="de-CH" sz="2400" dirty="0" smtClean="0">
                <a:solidFill>
                  <a:srgbClr val="C00000"/>
                </a:solidFill>
              </a:rPr>
              <a:t> </a:t>
            </a:r>
            <a:r>
              <a:rPr lang="de-CH" sz="2400" dirty="0" err="1" smtClean="0">
                <a:solidFill>
                  <a:srgbClr val="C00000"/>
                </a:solidFill>
              </a:rPr>
              <a:t>configurations</a:t>
            </a:r>
            <a:endParaRPr lang="de-CH" sz="2400" dirty="0">
              <a:solidFill>
                <a:srgbClr val="C00000"/>
              </a:solidFill>
            </a:endParaRPr>
          </a:p>
        </p:txBody>
      </p:sp>
      <p:sp>
        <p:nvSpPr>
          <p:cNvPr id="9" name="Textfeld 8"/>
          <p:cNvSpPr txBox="1"/>
          <p:nvPr/>
        </p:nvSpPr>
        <p:spPr>
          <a:xfrm>
            <a:off x="423863" y="1163649"/>
            <a:ext cx="7244482" cy="2677656"/>
          </a:xfrm>
          <a:prstGeom prst="rect">
            <a:avLst/>
          </a:prstGeom>
          <a:noFill/>
        </p:spPr>
        <p:txBody>
          <a:bodyPr wrap="square" rtlCol="0">
            <a:spAutoFit/>
          </a:bodyPr>
          <a:lstStyle/>
          <a:p>
            <a:pPr marL="285750" indent="-285750">
              <a:lnSpc>
                <a:spcPct val="150000"/>
              </a:lnSpc>
              <a:buFont typeface="Arial" pitchFamily="34" charset="0"/>
              <a:buChar char="•"/>
            </a:pPr>
            <a:r>
              <a:rPr lang="en-US" sz="1600" dirty="0" smtClean="0">
                <a:solidFill>
                  <a:srgbClr val="000000"/>
                </a:solidFill>
              </a:rPr>
              <a:t>TO-247 with </a:t>
            </a:r>
            <a:r>
              <a:rPr lang="en-US" sz="1600" dirty="0" err="1" smtClean="0">
                <a:solidFill>
                  <a:srgbClr val="000000"/>
                </a:solidFill>
              </a:rPr>
              <a:t>Tgard</a:t>
            </a:r>
            <a:r>
              <a:rPr lang="en-US" sz="1600" dirty="0" smtClean="0">
                <a:solidFill>
                  <a:srgbClr val="000000"/>
                </a:solidFill>
              </a:rPr>
              <a:t> TNC-4 cooled with extruded profile </a:t>
            </a:r>
            <a:r>
              <a:rPr lang="en-US" sz="1600" dirty="0" err="1" smtClean="0">
                <a:solidFill>
                  <a:srgbClr val="000000"/>
                </a:solidFill>
              </a:rPr>
              <a:t>heatsink</a:t>
            </a:r>
            <a:endParaRPr lang="en-US" sz="1600" dirty="0" smtClean="0">
              <a:solidFill>
                <a:srgbClr val="000000"/>
              </a:solidFill>
            </a:endParaRPr>
          </a:p>
          <a:p>
            <a:pPr marL="285750" indent="-285750">
              <a:lnSpc>
                <a:spcPct val="150000"/>
              </a:lnSpc>
              <a:buFont typeface="Arial" pitchFamily="34" charset="0"/>
              <a:buChar char="•"/>
            </a:pPr>
            <a:r>
              <a:rPr lang="en-US" sz="1600" dirty="0">
                <a:solidFill>
                  <a:srgbClr val="000000"/>
                </a:solidFill>
              </a:rPr>
              <a:t>TO-247 with </a:t>
            </a:r>
            <a:r>
              <a:rPr lang="de-CH" sz="1600" dirty="0" err="1"/>
              <a:t>Keratherm</a:t>
            </a:r>
            <a:r>
              <a:rPr lang="de-CH" sz="1600" dirty="0"/>
              <a:t> </a:t>
            </a:r>
            <a:r>
              <a:rPr lang="de-CH" sz="1600" dirty="0" smtClean="0"/>
              <a:t>U90 </a:t>
            </a:r>
            <a:r>
              <a:rPr lang="en-US" sz="1600" dirty="0" smtClean="0">
                <a:solidFill>
                  <a:srgbClr val="000000"/>
                </a:solidFill>
              </a:rPr>
              <a:t>cooled </a:t>
            </a:r>
            <a:r>
              <a:rPr lang="en-US" sz="1600" dirty="0">
                <a:solidFill>
                  <a:srgbClr val="000000"/>
                </a:solidFill>
              </a:rPr>
              <a:t>with extruded profile </a:t>
            </a:r>
            <a:r>
              <a:rPr lang="en-US" sz="1600" dirty="0" err="1">
                <a:solidFill>
                  <a:srgbClr val="000000"/>
                </a:solidFill>
              </a:rPr>
              <a:t>heatsink</a:t>
            </a:r>
            <a:endParaRPr lang="en-US" sz="1600" dirty="0">
              <a:solidFill>
                <a:srgbClr val="000000"/>
              </a:solidFill>
            </a:endParaRPr>
          </a:p>
          <a:p>
            <a:pPr marL="285750" indent="-285750">
              <a:lnSpc>
                <a:spcPct val="150000"/>
              </a:lnSpc>
              <a:buFont typeface="Arial" pitchFamily="34" charset="0"/>
              <a:buChar char="•"/>
            </a:pPr>
            <a:r>
              <a:rPr lang="en-US" sz="1600" dirty="0">
                <a:solidFill>
                  <a:srgbClr val="000000"/>
                </a:solidFill>
              </a:rPr>
              <a:t>Super-247 </a:t>
            </a:r>
            <a:r>
              <a:rPr lang="en-US" sz="1600" dirty="0" smtClean="0">
                <a:solidFill>
                  <a:srgbClr val="000000"/>
                </a:solidFill>
              </a:rPr>
              <a:t>with </a:t>
            </a:r>
            <a:r>
              <a:rPr lang="en-US" sz="1600" dirty="0" err="1">
                <a:solidFill>
                  <a:srgbClr val="000000"/>
                </a:solidFill>
              </a:rPr>
              <a:t>Tgard</a:t>
            </a:r>
            <a:r>
              <a:rPr lang="en-US" sz="1600" dirty="0">
                <a:solidFill>
                  <a:srgbClr val="000000"/>
                </a:solidFill>
              </a:rPr>
              <a:t> TNC-4 cooled with extruded profile </a:t>
            </a:r>
            <a:r>
              <a:rPr lang="en-US" sz="1600" dirty="0" err="1">
                <a:solidFill>
                  <a:srgbClr val="000000"/>
                </a:solidFill>
              </a:rPr>
              <a:t>heatsink</a:t>
            </a:r>
            <a:endParaRPr lang="en-US" sz="1600" dirty="0">
              <a:solidFill>
                <a:srgbClr val="000000"/>
              </a:solidFill>
            </a:endParaRPr>
          </a:p>
          <a:p>
            <a:pPr marL="285750" indent="-285750">
              <a:lnSpc>
                <a:spcPct val="150000"/>
              </a:lnSpc>
              <a:buFont typeface="Arial" pitchFamily="34" charset="0"/>
              <a:buChar char="•"/>
            </a:pPr>
            <a:r>
              <a:rPr lang="en-US" sz="1600" dirty="0">
                <a:solidFill>
                  <a:srgbClr val="000000"/>
                </a:solidFill>
              </a:rPr>
              <a:t>Super-247 </a:t>
            </a:r>
            <a:r>
              <a:rPr lang="en-US" sz="1600" dirty="0" smtClean="0">
                <a:solidFill>
                  <a:srgbClr val="000000"/>
                </a:solidFill>
              </a:rPr>
              <a:t>with </a:t>
            </a:r>
            <a:r>
              <a:rPr lang="de-CH" sz="1600" dirty="0" err="1"/>
              <a:t>Keratherm</a:t>
            </a:r>
            <a:r>
              <a:rPr lang="de-CH" sz="1600" dirty="0"/>
              <a:t> U90 </a:t>
            </a:r>
            <a:r>
              <a:rPr lang="en-US" sz="1600" dirty="0">
                <a:solidFill>
                  <a:srgbClr val="000000"/>
                </a:solidFill>
              </a:rPr>
              <a:t>cooled with extruded profile </a:t>
            </a:r>
            <a:r>
              <a:rPr lang="en-US" sz="1600" dirty="0" err="1" smtClean="0">
                <a:solidFill>
                  <a:srgbClr val="000000"/>
                </a:solidFill>
              </a:rPr>
              <a:t>heatsink</a:t>
            </a:r>
            <a:endParaRPr lang="en-US" sz="1600" dirty="0" smtClean="0">
              <a:solidFill>
                <a:srgbClr val="000000"/>
              </a:solidFill>
            </a:endParaRPr>
          </a:p>
          <a:p>
            <a:pPr marL="285750" indent="-285750">
              <a:lnSpc>
                <a:spcPct val="150000"/>
              </a:lnSpc>
              <a:buFont typeface="Arial" pitchFamily="34" charset="0"/>
              <a:buChar char="•"/>
            </a:pPr>
            <a:r>
              <a:rPr lang="en-US" sz="1600" dirty="0" smtClean="0">
                <a:solidFill>
                  <a:srgbClr val="000000"/>
                </a:solidFill>
              </a:rPr>
              <a:t>IGBT Module with thermal paste and </a:t>
            </a:r>
            <a:r>
              <a:rPr lang="en-US" sz="1600" dirty="0" err="1" smtClean="0">
                <a:solidFill>
                  <a:srgbClr val="000000"/>
                </a:solidFill>
              </a:rPr>
              <a:t>liquidPin</a:t>
            </a:r>
            <a:r>
              <a:rPr lang="en-US" sz="1600" dirty="0" smtClean="0">
                <a:solidFill>
                  <a:srgbClr val="000000"/>
                </a:solidFill>
              </a:rPr>
              <a:t> or </a:t>
            </a:r>
            <a:r>
              <a:rPr lang="en-US" sz="1600" dirty="0" err="1" smtClean="0">
                <a:solidFill>
                  <a:srgbClr val="000000"/>
                </a:solidFill>
              </a:rPr>
              <a:t>pinFin</a:t>
            </a:r>
            <a:r>
              <a:rPr lang="en-US" sz="1600" dirty="0" smtClean="0">
                <a:solidFill>
                  <a:srgbClr val="000000"/>
                </a:solidFill>
              </a:rPr>
              <a:t> cooling</a:t>
            </a:r>
          </a:p>
          <a:p>
            <a:pPr marL="285750" indent="-285750">
              <a:lnSpc>
                <a:spcPct val="150000"/>
              </a:lnSpc>
              <a:buFont typeface="Arial" pitchFamily="34" charset="0"/>
              <a:buChar char="•"/>
            </a:pPr>
            <a:r>
              <a:rPr lang="en-US" sz="1600" dirty="0" smtClean="0">
                <a:solidFill>
                  <a:srgbClr val="000000"/>
                </a:solidFill>
              </a:rPr>
              <a:t>IGBT Module directly mounted (sintered, soldered, …) to </a:t>
            </a:r>
            <a:r>
              <a:rPr lang="en-US" sz="1600" dirty="0" err="1" smtClean="0">
                <a:solidFill>
                  <a:srgbClr val="000000"/>
                </a:solidFill>
              </a:rPr>
              <a:t>pinFin</a:t>
            </a:r>
            <a:r>
              <a:rPr lang="en-US" sz="1600" dirty="0" smtClean="0">
                <a:solidFill>
                  <a:srgbClr val="000000"/>
                </a:solidFill>
              </a:rPr>
              <a:t> cooler</a:t>
            </a:r>
            <a:endParaRPr lang="en-US" sz="1600" dirty="0">
              <a:solidFill>
                <a:srgbClr val="000000"/>
              </a:solidFill>
            </a:endParaRPr>
          </a:p>
          <a:p>
            <a:pPr marL="285750" indent="-285750">
              <a:lnSpc>
                <a:spcPct val="150000"/>
              </a:lnSpc>
              <a:buFont typeface="Arial" pitchFamily="34" charset="0"/>
              <a:buChar char="•"/>
            </a:pPr>
            <a:endParaRPr lang="en-US" sz="1600" dirty="0">
              <a:solidFill>
                <a:srgbClr val="000000"/>
              </a:solidFill>
            </a:endParaRPr>
          </a:p>
        </p:txBody>
      </p:sp>
    </p:spTree>
    <p:extLst>
      <p:ext uri="{BB962C8B-B14F-4D97-AF65-F5344CB8AC3E}">
        <p14:creationId xmlns:p14="http://schemas.microsoft.com/office/powerpoint/2010/main" val="19717268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W:\Technology\Functions\Thermal\Report\thermalStackIGBTModu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1756" y="2705732"/>
            <a:ext cx="6248400" cy="1457325"/>
          </a:xfrm>
          <a:prstGeom prst="rect">
            <a:avLst/>
          </a:prstGeom>
          <a:noFill/>
          <a:extLst>
            <a:ext uri="{909E8E84-426E-40DD-AFC4-6F175D3DCCD1}">
              <a14:hiddenFill xmlns:a14="http://schemas.microsoft.com/office/drawing/2010/main">
                <a:solidFill>
                  <a:srgbClr val="FFFFFF"/>
                </a:solidFill>
              </a14:hiddenFill>
            </a:ext>
          </a:extLst>
        </p:spPr>
      </p:pic>
      <p:sp>
        <p:nvSpPr>
          <p:cNvPr id="4" name="Fußzeilenplatzhalter 3"/>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5" name="Foliennummernplatzhalter 4"/>
          <p:cNvSpPr>
            <a:spLocks noGrp="1"/>
          </p:cNvSpPr>
          <p:nvPr>
            <p:ph type="sldNum" sz="quarter" idx="12"/>
          </p:nvPr>
        </p:nvSpPr>
        <p:spPr/>
        <p:txBody>
          <a:bodyPr/>
          <a:lstStyle/>
          <a:p>
            <a:fld id="{6C6AE60A-B69C-4790-82F7-3882EDF23186}" type="slidenum">
              <a:rPr lang="en-US" smtClean="0">
                <a:solidFill>
                  <a:srgbClr val="FFFFFF"/>
                </a:solidFill>
              </a:rPr>
              <a:pPr/>
              <a:t>3</a:t>
            </a:fld>
            <a:endParaRPr lang="en-US" dirty="0">
              <a:solidFill>
                <a:srgbClr val="FFFFFF"/>
              </a:solidFill>
            </a:endParaRPr>
          </a:p>
        </p:txBody>
      </p:sp>
      <p:sp>
        <p:nvSpPr>
          <p:cNvPr id="6" name="Titel 1"/>
          <p:cNvSpPr txBox="1">
            <a:spLocks/>
          </p:cNvSpPr>
          <p:nvPr/>
        </p:nvSpPr>
        <p:spPr>
          <a:xfrm>
            <a:off x="423863" y="332656"/>
            <a:ext cx="6594475" cy="830993"/>
          </a:xfrm>
          <a:prstGeom prst="rect">
            <a:avLst/>
          </a:prstGeom>
        </p:spPr>
        <p:txBody>
          <a:bodyPr vert="horz" lIns="0" tIns="0" rIns="0" bIns="0" rtlCol="0" anchor="t">
            <a:noAutofit/>
          </a:bodyPr>
          <a:lstStyle>
            <a:lvl1pPr algn="l" defTabSz="914296" rtl="0" eaLnBrk="1" latinLnBrk="0" hangingPunct="1">
              <a:spcBef>
                <a:spcPct val="0"/>
              </a:spcBef>
              <a:buNone/>
              <a:defRPr sz="2800" b="1" kern="1200">
                <a:solidFill>
                  <a:schemeClr val="tx1"/>
                </a:solidFill>
                <a:latin typeface="+mj-lt"/>
                <a:ea typeface="+mj-ea"/>
                <a:cs typeface="+mj-cs"/>
              </a:defRPr>
            </a:lvl1pPr>
          </a:lstStyle>
          <a:p>
            <a:r>
              <a:rPr lang="de-CH" sz="2400" dirty="0" smtClean="0">
                <a:solidFill>
                  <a:srgbClr val="C00000"/>
                </a:solidFill>
              </a:rPr>
              <a:t>Module </a:t>
            </a:r>
            <a:r>
              <a:rPr lang="de-CH" sz="2400" dirty="0" err="1" smtClean="0">
                <a:solidFill>
                  <a:srgbClr val="C00000"/>
                </a:solidFill>
              </a:rPr>
              <a:t>stack</a:t>
            </a:r>
            <a:endParaRPr lang="de-CH" sz="2400" dirty="0">
              <a:solidFill>
                <a:srgbClr val="C00000"/>
              </a:solidFill>
            </a:endParaRPr>
          </a:p>
        </p:txBody>
      </p:sp>
      <p:cxnSp>
        <p:nvCxnSpPr>
          <p:cNvPr id="3" name="Gerade Verbindung mit Pfeil 2"/>
          <p:cNvCxnSpPr/>
          <p:nvPr/>
        </p:nvCxnSpPr>
        <p:spPr>
          <a:xfrm flipH="1">
            <a:off x="4175972" y="1754548"/>
            <a:ext cx="1080120"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Gerade Verbindung mit Pfeil 10"/>
          <p:cNvCxnSpPr/>
          <p:nvPr/>
        </p:nvCxnSpPr>
        <p:spPr>
          <a:xfrm flipH="1">
            <a:off x="5796136" y="2029121"/>
            <a:ext cx="1080120"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Gerade Verbindung mit Pfeil 11"/>
          <p:cNvCxnSpPr>
            <a:stCxn id="39" idx="1"/>
          </p:cNvCxnSpPr>
          <p:nvPr/>
        </p:nvCxnSpPr>
        <p:spPr>
          <a:xfrm flipH="1">
            <a:off x="6192467" y="3123372"/>
            <a:ext cx="1397046" cy="5881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Gerade Verbindung mit Pfeil 12"/>
          <p:cNvCxnSpPr>
            <a:stCxn id="40" idx="1"/>
          </p:cNvCxnSpPr>
          <p:nvPr/>
        </p:nvCxnSpPr>
        <p:spPr>
          <a:xfrm flipH="1">
            <a:off x="6455781" y="3566231"/>
            <a:ext cx="1356579" cy="44465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Gerade Verbindung mit Pfeil 13"/>
          <p:cNvCxnSpPr/>
          <p:nvPr/>
        </p:nvCxnSpPr>
        <p:spPr>
          <a:xfrm flipH="1">
            <a:off x="5097683" y="1844091"/>
            <a:ext cx="1080120"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Gerade Verbindung mit Pfeil 7"/>
          <p:cNvCxnSpPr/>
          <p:nvPr/>
        </p:nvCxnSpPr>
        <p:spPr>
          <a:xfrm>
            <a:off x="646555" y="2705732"/>
            <a:ext cx="1346780" cy="10404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p:nvPr/>
        </p:nvCxnSpPr>
        <p:spPr>
          <a:xfrm flipV="1">
            <a:off x="1639923" y="3735096"/>
            <a:ext cx="648072" cy="119708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Gerade Verbindung mit Pfeil 19"/>
          <p:cNvCxnSpPr/>
          <p:nvPr/>
        </p:nvCxnSpPr>
        <p:spPr>
          <a:xfrm flipV="1">
            <a:off x="2751288" y="3644460"/>
            <a:ext cx="648072" cy="119708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Gerade Verbindung mit Pfeil 20"/>
          <p:cNvCxnSpPr/>
          <p:nvPr/>
        </p:nvCxnSpPr>
        <p:spPr>
          <a:xfrm flipV="1">
            <a:off x="3851920" y="2813800"/>
            <a:ext cx="576064" cy="13509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feld 26"/>
          <p:cNvSpPr txBox="1"/>
          <p:nvPr/>
        </p:nvSpPr>
        <p:spPr>
          <a:xfrm>
            <a:off x="1279969" y="4932180"/>
            <a:ext cx="712054" cy="307777"/>
          </a:xfrm>
          <a:prstGeom prst="rect">
            <a:avLst/>
          </a:prstGeom>
          <a:noFill/>
        </p:spPr>
        <p:txBody>
          <a:bodyPr wrap="none" rtlCol="0">
            <a:spAutoFit/>
          </a:bodyPr>
          <a:lstStyle/>
          <a:p>
            <a:r>
              <a:rPr lang="de-CH" sz="1400" dirty="0" err="1" smtClean="0"/>
              <a:t>T_sink</a:t>
            </a:r>
            <a:endParaRPr lang="de-CH" sz="1400" dirty="0"/>
          </a:p>
        </p:txBody>
      </p:sp>
      <p:sp>
        <p:nvSpPr>
          <p:cNvPr id="28" name="Textfeld 27"/>
          <p:cNvSpPr txBox="1"/>
          <p:nvPr/>
        </p:nvSpPr>
        <p:spPr>
          <a:xfrm>
            <a:off x="2390452" y="4840748"/>
            <a:ext cx="771365" cy="307777"/>
          </a:xfrm>
          <a:prstGeom prst="rect">
            <a:avLst/>
          </a:prstGeom>
          <a:noFill/>
        </p:spPr>
        <p:txBody>
          <a:bodyPr wrap="none" rtlCol="0">
            <a:spAutoFit/>
          </a:bodyPr>
          <a:lstStyle/>
          <a:p>
            <a:r>
              <a:rPr lang="de-CH" sz="1400" dirty="0" err="1" smtClean="0"/>
              <a:t>T_case</a:t>
            </a:r>
            <a:endParaRPr lang="de-CH" sz="1400" dirty="0"/>
          </a:p>
        </p:txBody>
      </p:sp>
      <p:sp>
        <p:nvSpPr>
          <p:cNvPr id="29" name="Textfeld 28"/>
          <p:cNvSpPr txBox="1"/>
          <p:nvPr/>
        </p:nvSpPr>
        <p:spPr>
          <a:xfrm>
            <a:off x="3491084" y="4166567"/>
            <a:ext cx="1010213" cy="307777"/>
          </a:xfrm>
          <a:prstGeom prst="rect">
            <a:avLst/>
          </a:prstGeom>
          <a:noFill/>
        </p:spPr>
        <p:txBody>
          <a:bodyPr wrap="none" rtlCol="0">
            <a:spAutoFit/>
          </a:bodyPr>
          <a:lstStyle/>
          <a:p>
            <a:r>
              <a:rPr lang="de-CH" sz="1400" dirty="0" err="1" smtClean="0"/>
              <a:t>T_junction</a:t>
            </a:r>
            <a:endParaRPr lang="de-CH" sz="1400" dirty="0"/>
          </a:p>
        </p:txBody>
      </p:sp>
      <p:sp>
        <p:nvSpPr>
          <p:cNvPr id="32" name="Textfeld 31"/>
          <p:cNvSpPr txBox="1"/>
          <p:nvPr/>
        </p:nvSpPr>
        <p:spPr>
          <a:xfrm>
            <a:off x="301573" y="2380775"/>
            <a:ext cx="981359" cy="307777"/>
          </a:xfrm>
          <a:prstGeom prst="rect">
            <a:avLst/>
          </a:prstGeom>
          <a:noFill/>
        </p:spPr>
        <p:txBody>
          <a:bodyPr wrap="none" rtlCol="0">
            <a:spAutoFit/>
          </a:bodyPr>
          <a:lstStyle/>
          <a:p>
            <a:r>
              <a:rPr lang="de-CH" sz="1400" dirty="0" err="1" smtClean="0"/>
              <a:t>A_contact</a:t>
            </a:r>
            <a:endParaRPr lang="de-CH" sz="1400" dirty="0"/>
          </a:p>
        </p:txBody>
      </p:sp>
      <p:cxnSp>
        <p:nvCxnSpPr>
          <p:cNvPr id="33" name="Gerade Verbindung mit Pfeil 32"/>
          <p:cNvCxnSpPr/>
          <p:nvPr/>
        </p:nvCxnSpPr>
        <p:spPr>
          <a:xfrm>
            <a:off x="1857949" y="1827898"/>
            <a:ext cx="1346780" cy="10404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Textfeld 33"/>
          <p:cNvSpPr txBox="1"/>
          <p:nvPr/>
        </p:nvSpPr>
        <p:spPr>
          <a:xfrm>
            <a:off x="1512967" y="1502941"/>
            <a:ext cx="732893" cy="307777"/>
          </a:xfrm>
          <a:prstGeom prst="rect">
            <a:avLst/>
          </a:prstGeom>
          <a:noFill/>
        </p:spPr>
        <p:txBody>
          <a:bodyPr wrap="none" rtlCol="0">
            <a:spAutoFit/>
          </a:bodyPr>
          <a:lstStyle/>
          <a:p>
            <a:r>
              <a:rPr lang="de-CH" sz="1400" dirty="0" err="1" smtClean="0"/>
              <a:t>A_chip</a:t>
            </a:r>
            <a:endParaRPr lang="de-CH" sz="1400" dirty="0"/>
          </a:p>
        </p:txBody>
      </p:sp>
      <p:sp>
        <p:nvSpPr>
          <p:cNvPr id="35" name="Textfeld 34"/>
          <p:cNvSpPr txBox="1"/>
          <p:nvPr/>
        </p:nvSpPr>
        <p:spPr>
          <a:xfrm>
            <a:off x="4999451" y="1447901"/>
            <a:ext cx="513282" cy="307777"/>
          </a:xfrm>
          <a:prstGeom prst="rect">
            <a:avLst/>
          </a:prstGeom>
          <a:noFill/>
        </p:spPr>
        <p:txBody>
          <a:bodyPr wrap="none" rtlCol="0">
            <a:spAutoFit/>
          </a:bodyPr>
          <a:lstStyle/>
          <a:p>
            <a:r>
              <a:rPr lang="de-CH" sz="1400" dirty="0" err="1" smtClean="0"/>
              <a:t>chip</a:t>
            </a:r>
            <a:endParaRPr lang="de-CH" sz="1400" dirty="0"/>
          </a:p>
        </p:txBody>
      </p:sp>
      <p:sp>
        <p:nvSpPr>
          <p:cNvPr id="37" name="Textfeld 36"/>
          <p:cNvSpPr txBox="1"/>
          <p:nvPr/>
        </p:nvSpPr>
        <p:spPr>
          <a:xfrm>
            <a:off x="5981314" y="1531730"/>
            <a:ext cx="671979" cy="307777"/>
          </a:xfrm>
          <a:prstGeom prst="rect">
            <a:avLst/>
          </a:prstGeom>
          <a:noFill/>
        </p:spPr>
        <p:txBody>
          <a:bodyPr wrap="none" rtlCol="0">
            <a:spAutoFit/>
          </a:bodyPr>
          <a:lstStyle/>
          <a:p>
            <a:r>
              <a:rPr lang="de-CH" sz="1400" dirty="0" err="1" smtClean="0"/>
              <a:t>solder</a:t>
            </a:r>
            <a:endParaRPr lang="de-CH" sz="1400" dirty="0"/>
          </a:p>
        </p:txBody>
      </p:sp>
      <p:sp>
        <p:nvSpPr>
          <p:cNvPr id="38" name="Textfeld 37"/>
          <p:cNvSpPr txBox="1"/>
          <p:nvPr/>
        </p:nvSpPr>
        <p:spPr>
          <a:xfrm>
            <a:off x="6647293" y="1755678"/>
            <a:ext cx="731290" cy="307777"/>
          </a:xfrm>
          <a:prstGeom prst="rect">
            <a:avLst/>
          </a:prstGeom>
          <a:noFill/>
        </p:spPr>
        <p:txBody>
          <a:bodyPr wrap="none" rtlCol="0">
            <a:spAutoFit/>
          </a:bodyPr>
          <a:lstStyle/>
          <a:p>
            <a:r>
              <a:rPr lang="de-CH" sz="1400" dirty="0" err="1" smtClean="0"/>
              <a:t>copper</a:t>
            </a:r>
            <a:endParaRPr lang="de-CH" sz="1400" dirty="0"/>
          </a:p>
        </p:txBody>
      </p:sp>
      <p:sp>
        <p:nvSpPr>
          <p:cNvPr id="39" name="Textfeld 38"/>
          <p:cNvSpPr txBox="1"/>
          <p:nvPr/>
        </p:nvSpPr>
        <p:spPr>
          <a:xfrm>
            <a:off x="7589513" y="2969483"/>
            <a:ext cx="622286" cy="307777"/>
          </a:xfrm>
          <a:prstGeom prst="rect">
            <a:avLst/>
          </a:prstGeom>
          <a:noFill/>
        </p:spPr>
        <p:txBody>
          <a:bodyPr wrap="none" rtlCol="0">
            <a:spAutoFit/>
          </a:bodyPr>
          <a:lstStyle/>
          <a:p>
            <a:r>
              <a:rPr lang="de-CH" sz="1400" dirty="0" err="1" smtClean="0"/>
              <a:t>paste</a:t>
            </a:r>
            <a:endParaRPr lang="de-CH" sz="1400" dirty="0"/>
          </a:p>
        </p:txBody>
      </p:sp>
      <p:sp>
        <p:nvSpPr>
          <p:cNvPr id="40" name="Textfeld 39"/>
          <p:cNvSpPr txBox="1"/>
          <p:nvPr/>
        </p:nvSpPr>
        <p:spPr>
          <a:xfrm>
            <a:off x="7812360" y="3412342"/>
            <a:ext cx="851515" cy="307777"/>
          </a:xfrm>
          <a:prstGeom prst="rect">
            <a:avLst/>
          </a:prstGeom>
          <a:noFill/>
        </p:spPr>
        <p:txBody>
          <a:bodyPr wrap="none" rtlCol="0">
            <a:spAutoFit/>
          </a:bodyPr>
          <a:lstStyle/>
          <a:p>
            <a:r>
              <a:rPr lang="de-CH" sz="1400" dirty="0" err="1" smtClean="0"/>
              <a:t>heatsink</a:t>
            </a:r>
            <a:endParaRPr lang="de-CH" sz="1400" dirty="0"/>
          </a:p>
        </p:txBody>
      </p:sp>
      <p:cxnSp>
        <p:nvCxnSpPr>
          <p:cNvPr id="31" name="Gerade Verbindung mit Pfeil 30"/>
          <p:cNvCxnSpPr/>
          <p:nvPr/>
        </p:nvCxnSpPr>
        <p:spPr>
          <a:xfrm flipH="1">
            <a:off x="6228185" y="2852203"/>
            <a:ext cx="1375394" cy="67585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7603579" y="2659912"/>
            <a:ext cx="731290" cy="307777"/>
          </a:xfrm>
          <a:prstGeom prst="rect">
            <a:avLst/>
          </a:prstGeom>
          <a:noFill/>
        </p:spPr>
        <p:txBody>
          <a:bodyPr wrap="none" rtlCol="0">
            <a:spAutoFit/>
          </a:bodyPr>
          <a:lstStyle/>
          <a:p>
            <a:r>
              <a:rPr lang="de-CH" sz="1400" dirty="0" err="1" smtClean="0"/>
              <a:t>copper</a:t>
            </a:r>
            <a:endParaRPr lang="de-CH" sz="1400" dirty="0"/>
          </a:p>
        </p:txBody>
      </p:sp>
      <p:cxnSp>
        <p:nvCxnSpPr>
          <p:cNvPr id="41" name="Gerade Verbindung mit Pfeil 40"/>
          <p:cNvCxnSpPr/>
          <p:nvPr/>
        </p:nvCxnSpPr>
        <p:spPr>
          <a:xfrm flipH="1">
            <a:off x="6071321" y="2571579"/>
            <a:ext cx="1375394" cy="67585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Textfeld 41"/>
          <p:cNvSpPr txBox="1"/>
          <p:nvPr/>
        </p:nvSpPr>
        <p:spPr>
          <a:xfrm>
            <a:off x="7446715" y="2379288"/>
            <a:ext cx="811441" cy="307777"/>
          </a:xfrm>
          <a:prstGeom prst="rect">
            <a:avLst/>
          </a:prstGeom>
          <a:noFill/>
        </p:spPr>
        <p:txBody>
          <a:bodyPr wrap="none" rtlCol="0">
            <a:spAutoFit/>
          </a:bodyPr>
          <a:lstStyle/>
          <a:p>
            <a:r>
              <a:rPr lang="de-CH" sz="1400" dirty="0" err="1" smtClean="0"/>
              <a:t>ceramic</a:t>
            </a:r>
            <a:endParaRPr lang="de-CH" sz="1400" dirty="0"/>
          </a:p>
        </p:txBody>
      </p:sp>
      <p:cxnSp>
        <p:nvCxnSpPr>
          <p:cNvPr id="43" name="Gerade Verbindung mit Pfeil 42"/>
          <p:cNvCxnSpPr/>
          <p:nvPr/>
        </p:nvCxnSpPr>
        <p:spPr>
          <a:xfrm>
            <a:off x="1326647" y="2080635"/>
            <a:ext cx="1346780" cy="10404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Textfeld 43"/>
          <p:cNvSpPr txBox="1"/>
          <p:nvPr/>
        </p:nvSpPr>
        <p:spPr>
          <a:xfrm>
            <a:off x="638979" y="1772858"/>
            <a:ext cx="1050288" cy="307777"/>
          </a:xfrm>
          <a:prstGeom prst="rect">
            <a:avLst/>
          </a:prstGeom>
          <a:noFill/>
        </p:spPr>
        <p:txBody>
          <a:bodyPr wrap="none" rtlCol="0">
            <a:spAutoFit/>
          </a:bodyPr>
          <a:lstStyle/>
          <a:p>
            <a:r>
              <a:rPr lang="de-CH" sz="1400" dirty="0" smtClean="0"/>
              <a:t>A_copper1</a:t>
            </a:r>
            <a:endParaRPr lang="de-CH" sz="1400" dirty="0"/>
          </a:p>
        </p:txBody>
      </p:sp>
    </p:spTree>
    <p:extLst>
      <p:ext uri="{BB962C8B-B14F-4D97-AF65-F5344CB8AC3E}">
        <p14:creationId xmlns:p14="http://schemas.microsoft.com/office/powerpoint/2010/main" val="12039607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5" name="Foliennummernplatzhalter 4"/>
          <p:cNvSpPr>
            <a:spLocks noGrp="1"/>
          </p:cNvSpPr>
          <p:nvPr>
            <p:ph type="sldNum" sz="quarter" idx="12"/>
          </p:nvPr>
        </p:nvSpPr>
        <p:spPr/>
        <p:txBody>
          <a:bodyPr/>
          <a:lstStyle/>
          <a:p>
            <a:fld id="{6C6AE60A-B69C-4790-82F7-3882EDF23186}" type="slidenum">
              <a:rPr lang="en-US" smtClean="0">
                <a:solidFill>
                  <a:srgbClr val="FFFFFF"/>
                </a:solidFill>
              </a:rPr>
              <a:pPr/>
              <a:t>4</a:t>
            </a:fld>
            <a:endParaRPr lang="en-US" dirty="0">
              <a:solidFill>
                <a:srgbClr val="FFFFFF"/>
              </a:solidFill>
            </a:endParaRPr>
          </a:p>
        </p:txBody>
      </p:sp>
      <p:sp>
        <p:nvSpPr>
          <p:cNvPr id="6" name="Titel 1"/>
          <p:cNvSpPr txBox="1">
            <a:spLocks/>
          </p:cNvSpPr>
          <p:nvPr/>
        </p:nvSpPr>
        <p:spPr>
          <a:xfrm>
            <a:off x="423863" y="332656"/>
            <a:ext cx="6594475" cy="830993"/>
          </a:xfrm>
          <a:prstGeom prst="rect">
            <a:avLst/>
          </a:prstGeom>
        </p:spPr>
        <p:txBody>
          <a:bodyPr vert="horz" lIns="0" tIns="0" rIns="0" bIns="0" rtlCol="0" anchor="t">
            <a:noAutofit/>
          </a:bodyPr>
          <a:lstStyle>
            <a:lvl1pPr algn="l" defTabSz="914296" rtl="0" eaLnBrk="1" latinLnBrk="0" hangingPunct="1">
              <a:spcBef>
                <a:spcPct val="0"/>
              </a:spcBef>
              <a:buNone/>
              <a:defRPr sz="2800" b="1" kern="1200">
                <a:solidFill>
                  <a:schemeClr val="tx1"/>
                </a:solidFill>
                <a:latin typeface="+mj-lt"/>
                <a:ea typeface="+mj-ea"/>
                <a:cs typeface="+mj-cs"/>
              </a:defRPr>
            </a:lvl1pPr>
          </a:lstStyle>
          <a:p>
            <a:r>
              <a:rPr lang="en-US" sz="2400" dirty="0" smtClean="0">
                <a:solidFill>
                  <a:srgbClr val="C00000"/>
                </a:solidFill>
              </a:rPr>
              <a:t>Assumptions and simplifications</a:t>
            </a:r>
            <a:endParaRPr lang="en-US" sz="2400" dirty="0">
              <a:solidFill>
                <a:srgbClr val="C00000"/>
              </a:solidFill>
            </a:endParaRPr>
          </a:p>
        </p:txBody>
      </p:sp>
      <p:sp>
        <p:nvSpPr>
          <p:cNvPr id="16" name="Textfeld 15"/>
          <p:cNvSpPr txBox="1"/>
          <p:nvPr/>
        </p:nvSpPr>
        <p:spPr>
          <a:xfrm>
            <a:off x="416841" y="1163649"/>
            <a:ext cx="7676529" cy="5262979"/>
          </a:xfrm>
          <a:prstGeom prst="rect">
            <a:avLst/>
          </a:prstGeom>
          <a:noFill/>
        </p:spPr>
        <p:txBody>
          <a:bodyPr wrap="square" rtlCol="0">
            <a:spAutoFit/>
          </a:bodyPr>
          <a:lstStyle/>
          <a:p>
            <a:pPr marL="285750" indent="-285750">
              <a:lnSpc>
                <a:spcPct val="150000"/>
              </a:lnSpc>
              <a:buFont typeface="Arial" pitchFamily="34" charset="0"/>
              <a:buChar char="•"/>
            </a:pPr>
            <a:r>
              <a:rPr lang="en-US" sz="1600" dirty="0" smtClean="0">
                <a:solidFill>
                  <a:srgbClr val="000000"/>
                </a:solidFill>
              </a:rPr>
              <a:t>Heat transfer coefficient of the heat sink for IGBT-modules is assumed to be 20000 W/(m^2*K), estimated based on literature and simplified model comparisons with simulation </a:t>
            </a:r>
            <a:r>
              <a:rPr lang="en-US" sz="1600" dirty="0">
                <a:solidFill>
                  <a:srgbClr val="000000"/>
                </a:solidFill>
              </a:rPr>
              <a:t>results</a:t>
            </a:r>
          </a:p>
          <a:p>
            <a:pPr marL="285750" indent="-285750">
              <a:lnSpc>
                <a:spcPct val="150000"/>
              </a:lnSpc>
              <a:buFont typeface="Arial" pitchFamily="34" charset="0"/>
              <a:buChar char="•"/>
            </a:pPr>
            <a:r>
              <a:rPr lang="en-US" sz="1600" dirty="0">
                <a:solidFill>
                  <a:srgbClr val="000000"/>
                </a:solidFill>
              </a:rPr>
              <a:t>For IGBT-modules</a:t>
            </a:r>
            <a:r>
              <a:rPr lang="en-US" sz="1600" dirty="0" smtClean="0">
                <a:solidFill>
                  <a:srgbClr val="000000"/>
                </a:solidFill>
              </a:rPr>
              <a:t>, </a:t>
            </a:r>
            <a:r>
              <a:rPr lang="en-US" sz="1600" dirty="0">
                <a:solidFill>
                  <a:srgbClr val="000000"/>
                </a:solidFill>
              </a:rPr>
              <a:t>heat spreading in the sink is assumed to be equivalent to the heat spreading in a 3 mm aluminum layer</a:t>
            </a:r>
            <a:r>
              <a:rPr lang="en-US" sz="1600" dirty="0" smtClean="0">
                <a:solidFill>
                  <a:srgbClr val="000000"/>
                </a:solidFill>
              </a:rPr>
              <a:t>.</a:t>
            </a:r>
          </a:p>
          <a:p>
            <a:pPr marL="285750" indent="-285750">
              <a:lnSpc>
                <a:spcPct val="150000"/>
              </a:lnSpc>
              <a:buFont typeface="Arial" pitchFamily="34" charset="0"/>
              <a:buChar char="•"/>
            </a:pPr>
            <a:r>
              <a:rPr lang="en-US" sz="1600" dirty="0" smtClean="0">
                <a:solidFill>
                  <a:srgbClr val="000000"/>
                </a:solidFill>
              </a:rPr>
              <a:t>Heat transfer coefficient of extruded profile heat sink (TO247 cooling) is estimated at 17000 </a:t>
            </a:r>
            <a:r>
              <a:rPr lang="en-US" sz="1600" dirty="0">
                <a:solidFill>
                  <a:srgbClr val="000000"/>
                </a:solidFill>
              </a:rPr>
              <a:t>W/(m^2*K</a:t>
            </a:r>
            <a:r>
              <a:rPr lang="en-US" sz="1600" dirty="0" smtClean="0">
                <a:solidFill>
                  <a:srgbClr val="000000"/>
                </a:solidFill>
              </a:rPr>
              <a:t>), based on analytical model and comparison with simulation results</a:t>
            </a:r>
          </a:p>
          <a:p>
            <a:pPr marL="285750" indent="-285750">
              <a:lnSpc>
                <a:spcPct val="150000"/>
              </a:lnSpc>
              <a:buFont typeface="Arial" pitchFamily="34" charset="0"/>
              <a:buChar char="•"/>
            </a:pPr>
            <a:r>
              <a:rPr lang="en-US" sz="1600" dirty="0" smtClean="0">
                <a:solidFill>
                  <a:srgbClr val="000000"/>
                </a:solidFill>
              </a:rPr>
              <a:t>For </a:t>
            </a:r>
            <a:r>
              <a:rPr lang="en-US" sz="1600" dirty="0">
                <a:solidFill>
                  <a:srgbClr val="000000"/>
                </a:solidFill>
              </a:rPr>
              <a:t>the TO247, heat spreading in the sink is considered within the sink </a:t>
            </a:r>
            <a:r>
              <a:rPr lang="en-US" sz="1600" dirty="0" smtClean="0">
                <a:solidFill>
                  <a:srgbClr val="000000"/>
                </a:solidFill>
              </a:rPr>
              <a:t>model</a:t>
            </a:r>
          </a:p>
          <a:p>
            <a:pPr marL="285750" indent="-285750">
              <a:lnSpc>
                <a:spcPct val="150000"/>
              </a:lnSpc>
              <a:buFont typeface="Arial" pitchFamily="34" charset="0"/>
              <a:buChar char="•"/>
            </a:pPr>
            <a:r>
              <a:rPr lang="en-US" sz="1600" dirty="0" smtClean="0">
                <a:solidFill>
                  <a:srgbClr val="000000"/>
                </a:solidFill>
              </a:rPr>
              <a:t>For the module calculations with different chip sizes, it was assumed that the area available for heat dissipation is unchanged (meaning lower fraction of area is covered by chip for small </a:t>
            </a:r>
            <a:r>
              <a:rPr lang="en-US" sz="1600" dirty="0">
                <a:solidFill>
                  <a:srgbClr val="000000"/>
                </a:solidFill>
              </a:rPr>
              <a:t>chips)</a:t>
            </a:r>
          </a:p>
          <a:p>
            <a:pPr marL="285750" indent="-285750">
              <a:lnSpc>
                <a:spcPct val="150000"/>
              </a:lnSpc>
              <a:buFont typeface="Arial" pitchFamily="34" charset="0"/>
              <a:buChar char="•"/>
            </a:pPr>
            <a:r>
              <a:rPr lang="en-US" sz="1600" dirty="0">
                <a:solidFill>
                  <a:srgbClr val="000000"/>
                </a:solidFill>
              </a:rPr>
              <a:t>Analytical model assumes symmetric heat </a:t>
            </a:r>
            <a:r>
              <a:rPr lang="en-US" sz="1600" dirty="0" smtClean="0">
                <a:solidFill>
                  <a:srgbClr val="000000"/>
                </a:solidFill>
              </a:rPr>
              <a:t>spreading</a:t>
            </a:r>
          </a:p>
          <a:p>
            <a:pPr marL="285750" indent="-285750">
              <a:lnSpc>
                <a:spcPct val="150000"/>
              </a:lnSpc>
              <a:buFont typeface="Arial" pitchFamily="34" charset="0"/>
              <a:buChar char="•"/>
            </a:pPr>
            <a:endParaRPr lang="en-US" sz="1600" dirty="0">
              <a:solidFill>
                <a:srgbClr val="000000"/>
              </a:solidFill>
            </a:endParaRPr>
          </a:p>
        </p:txBody>
      </p:sp>
    </p:spTree>
    <p:extLst>
      <p:ext uri="{BB962C8B-B14F-4D97-AF65-F5344CB8AC3E}">
        <p14:creationId xmlns:p14="http://schemas.microsoft.com/office/powerpoint/2010/main" val="26622629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5" name="Foliennummernplatzhalter 4"/>
          <p:cNvSpPr>
            <a:spLocks noGrp="1"/>
          </p:cNvSpPr>
          <p:nvPr>
            <p:ph type="sldNum" sz="quarter" idx="12"/>
          </p:nvPr>
        </p:nvSpPr>
        <p:spPr/>
        <p:txBody>
          <a:bodyPr/>
          <a:lstStyle/>
          <a:p>
            <a:fld id="{6C6AE60A-B69C-4790-82F7-3882EDF23186}" type="slidenum">
              <a:rPr lang="en-US" smtClean="0">
                <a:solidFill>
                  <a:srgbClr val="FFFFFF"/>
                </a:solidFill>
              </a:rPr>
              <a:pPr/>
              <a:t>5</a:t>
            </a:fld>
            <a:endParaRPr lang="en-US" dirty="0">
              <a:solidFill>
                <a:srgbClr val="FFFFFF"/>
              </a:solidFill>
            </a:endParaRPr>
          </a:p>
        </p:txBody>
      </p:sp>
      <p:sp>
        <p:nvSpPr>
          <p:cNvPr id="6" name="Titel 1"/>
          <p:cNvSpPr txBox="1">
            <a:spLocks/>
          </p:cNvSpPr>
          <p:nvPr/>
        </p:nvSpPr>
        <p:spPr>
          <a:xfrm>
            <a:off x="423863" y="332656"/>
            <a:ext cx="6594475" cy="830993"/>
          </a:xfrm>
          <a:prstGeom prst="rect">
            <a:avLst/>
          </a:prstGeom>
        </p:spPr>
        <p:txBody>
          <a:bodyPr vert="horz" lIns="0" tIns="0" rIns="0" bIns="0" rtlCol="0" anchor="t">
            <a:noAutofit/>
          </a:bodyPr>
          <a:lstStyle>
            <a:lvl1pPr algn="l" defTabSz="914296" rtl="0" eaLnBrk="1" latinLnBrk="0" hangingPunct="1">
              <a:spcBef>
                <a:spcPct val="0"/>
              </a:spcBef>
              <a:buNone/>
              <a:defRPr sz="2800" b="1" kern="1200">
                <a:solidFill>
                  <a:schemeClr val="tx1"/>
                </a:solidFill>
                <a:latin typeface="+mj-lt"/>
                <a:ea typeface="+mj-ea"/>
                <a:cs typeface="+mj-cs"/>
              </a:defRPr>
            </a:lvl1pPr>
          </a:lstStyle>
          <a:p>
            <a:r>
              <a:rPr lang="en-US" sz="2400" dirty="0" smtClean="0">
                <a:solidFill>
                  <a:srgbClr val="C00000"/>
                </a:solidFill>
              </a:rPr>
              <a:t>Data used for calculations</a:t>
            </a:r>
            <a:endParaRPr lang="en-US" sz="2400" dirty="0">
              <a:solidFill>
                <a:srgbClr val="C00000"/>
              </a:solidFill>
            </a:endParaRPr>
          </a:p>
        </p:txBody>
      </p:sp>
      <p:graphicFrame>
        <p:nvGraphicFramePr>
          <p:cNvPr id="2" name="Tabelle 1"/>
          <p:cNvGraphicFramePr>
            <a:graphicFrameLocks noGrp="1"/>
          </p:cNvGraphicFramePr>
          <p:nvPr>
            <p:extLst>
              <p:ext uri="{D42A27DB-BD31-4B8C-83A1-F6EECF244321}">
                <p14:modId xmlns:p14="http://schemas.microsoft.com/office/powerpoint/2010/main" val="24477536"/>
              </p:ext>
            </p:extLst>
          </p:nvPr>
        </p:nvGraphicFramePr>
        <p:xfrm>
          <a:off x="251520" y="4365104"/>
          <a:ext cx="8640962" cy="1950720"/>
        </p:xfrm>
        <a:graphic>
          <a:graphicData uri="http://schemas.openxmlformats.org/drawingml/2006/table">
            <a:tbl>
              <a:tblPr firstRow="1" bandRow="1">
                <a:tableStyleId>{5C22544A-7EE6-4342-B048-85BDC9FD1C3A}</a:tableStyleId>
              </a:tblPr>
              <a:tblGrid>
                <a:gridCol w="785542"/>
                <a:gridCol w="785542"/>
                <a:gridCol w="785542"/>
                <a:gridCol w="785542"/>
                <a:gridCol w="785542"/>
                <a:gridCol w="785542"/>
                <a:gridCol w="785542"/>
                <a:gridCol w="785542"/>
                <a:gridCol w="785542"/>
                <a:gridCol w="785542"/>
                <a:gridCol w="785542"/>
              </a:tblGrid>
              <a:tr h="370840">
                <a:tc>
                  <a:txBody>
                    <a:bodyPr/>
                    <a:lstStyle/>
                    <a:p>
                      <a:endParaRPr lang="de-CH" sz="1000" dirty="0"/>
                    </a:p>
                  </a:txBody>
                  <a:tcPr/>
                </a:tc>
                <a:tc>
                  <a:txBody>
                    <a:bodyPr/>
                    <a:lstStyle/>
                    <a:p>
                      <a:r>
                        <a:rPr lang="de-CH" sz="1000" dirty="0" smtClean="0"/>
                        <a:t>Chip </a:t>
                      </a:r>
                      <a:r>
                        <a:rPr lang="de-CH" sz="1000" dirty="0" err="1" smtClean="0"/>
                        <a:t>area</a:t>
                      </a:r>
                      <a:r>
                        <a:rPr lang="de-CH" sz="1000" dirty="0" smtClean="0"/>
                        <a:t> [mm^2]</a:t>
                      </a:r>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Area </a:t>
                      </a:r>
                      <a:r>
                        <a:rPr lang="de-CH" sz="1000" dirty="0" err="1" smtClean="0"/>
                        <a:t>first</a:t>
                      </a:r>
                      <a:r>
                        <a:rPr lang="de-CH" sz="1000" baseline="0" dirty="0" smtClean="0"/>
                        <a:t> </a:t>
                      </a:r>
                      <a:r>
                        <a:rPr lang="de-CH" sz="1000" baseline="0" dirty="0" err="1" smtClean="0"/>
                        <a:t>copper</a:t>
                      </a:r>
                      <a:r>
                        <a:rPr lang="de-CH" sz="1000" baseline="0" dirty="0" smtClean="0"/>
                        <a:t> </a:t>
                      </a:r>
                      <a:r>
                        <a:rPr lang="de-CH" sz="1000" baseline="0" dirty="0" err="1" smtClean="0"/>
                        <a:t>layer</a:t>
                      </a:r>
                      <a:r>
                        <a:rPr lang="de-CH" sz="1000" baseline="0" dirty="0" smtClean="0"/>
                        <a:t> </a:t>
                      </a:r>
                      <a:r>
                        <a:rPr lang="de-CH" sz="1000" dirty="0" smtClean="0"/>
                        <a:t>[mm^2]</a:t>
                      </a:r>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Area </a:t>
                      </a:r>
                      <a:r>
                        <a:rPr lang="de-CH" sz="1000" dirty="0" err="1" smtClean="0"/>
                        <a:t>second</a:t>
                      </a:r>
                      <a:r>
                        <a:rPr lang="de-CH" sz="1000" dirty="0" smtClean="0"/>
                        <a:t> </a:t>
                      </a:r>
                      <a:r>
                        <a:rPr lang="de-CH" sz="1000" dirty="0" err="1" smtClean="0"/>
                        <a:t>copper</a:t>
                      </a:r>
                      <a:r>
                        <a:rPr lang="de-CH" sz="1000" dirty="0" smtClean="0"/>
                        <a:t> </a:t>
                      </a:r>
                      <a:r>
                        <a:rPr lang="de-CH" sz="1000" dirty="0" err="1" smtClean="0"/>
                        <a:t>layer</a:t>
                      </a:r>
                      <a:r>
                        <a:rPr lang="de-CH" sz="1000" dirty="0" smtClean="0"/>
                        <a:t> [mm^2]</a:t>
                      </a:r>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Area </a:t>
                      </a:r>
                      <a:r>
                        <a:rPr lang="de-CH" sz="1000" dirty="0" err="1" smtClean="0"/>
                        <a:t>heatsink</a:t>
                      </a:r>
                      <a:r>
                        <a:rPr lang="de-CH" sz="1000" dirty="0" smtClean="0"/>
                        <a:t> [mm^2]</a:t>
                      </a:r>
                    </a:p>
                  </a:txBody>
                  <a:tcPr/>
                </a:tc>
                <a:tc>
                  <a:txBody>
                    <a:bodyPr/>
                    <a:lstStyle/>
                    <a:p>
                      <a:r>
                        <a:rPr lang="de-CH" sz="1000" dirty="0" err="1" smtClean="0"/>
                        <a:t>Thickness</a:t>
                      </a:r>
                      <a:endParaRPr lang="de-CH" sz="1000" dirty="0" smtClean="0"/>
                    </a:p>
                    <a:p>
                      <a:r>
                        <a:rPr lang="de-CH" sz="1000" dirty="0" err="1" smtClean="0"/>
                        <a:t>Solder</a:t>
                      </a:r>
                      <a:r>
                        <a:rPr lang="de-CH" sz="1000" baseline="0" dirty="0" smtClean="0"/>
                        <a:t> [mm]</a:t>
                      </a:r>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err="1" smtClean="0"/>
                        <a:t>Thickness</a:t>
                      </a:r>
                      <a:r>
                        <a:rPr lang="de-CH" sz="1000" baseline="0" dirty="0" smtClean="0"/>
                        <a:t> </a:t>
                      </a:r>
                      <a:r>
                        <a:rPr lang="de-CH" sz="1000" baseline="0" dirty="0" err="1" smtClean="0"/>
                        <a:t>copper</a:t>
                      </a:r>
                      <a:r>
                        <a:rPr lang="de-CH" sz="1000" baseline="0" dirty="0" smtClean="0"/>
                        <a:t> 1 [mm]</a:t>
                      </a:r>
                      <a:endParaRPr lang="de-CH" sz="1000" dirty="0" smtClean="0"/>
                    </a:p>
                    <a:p>
                      <a:endParaRPr lang="de-CH" sz="1000" dirty="0" smtClean="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err="1" smtClean="0"/>
                        <a:t>Thickness</a:t>
                      </a:r>
                      <a:r>
                        <a:rPr lang="de-CH" sz="1000" dirty="0" smtClean="0"/>
                        <a:t> </a:t>
                      </a:r>
                      <a:r>
                        <a:rPr lang="de-CH" sz="1000" dirty="0" err="1" smtClean="0"/>
                        <a:t>ceramic</a:t>
                      </a:r>
                      <a:r>
                        <a:rPr lang="de-CH" sz="1000" baseline="0" dirty="0" smtClean="0"/>
                        <a:t> [mm]</a:t>
                      </a:r>
                      <a:endParaRPr lang="de-CH" sz="1000" dirty="0" smtClean="0"/>
                    </a:p>
                    <a:p>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err="1" smtClean="0"/>
                        <a:t>Thickness</a:t>
                      </a:r>
                      <a:r>
                        <a:rPr lang="de-CH" sz="1000" dirty="0" smtClean="0"/>
                        <a:t> </a:t>
                      </a:r>
                      <a:r>
                        <a:rPr lang="de-CH" sz="1000" dirty="0" err="1" smtClean="0"/>
                        <a:t>copper</a:t>
                      </a:r>
                      <a:r>
                        <a:rPr lang="de-CH" sz="1000" dirty="0" smtClean="0"/>
                        <a:t> 2</a:t>
                      </a:r>
                      <a:r>
                        <a:rPr lang="de-CH" sz="1000" baseline="0" dirty="0" smtClean="0"/>
                        <a:t> [mm]</a:t>
                      </a:r>
                      <a:endParaRPr lang="de-CH" sz="1000" dirty="0" smtClean="0"/>
                    </a:p>
                    <a:p>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err="1" smtClean="0"/>
                        <a:t>Thickness</a:t>
                      </a:r>
                      <a:r>
                        <a:rPr lang="de-CH" sz="1000" dirty="0" smtClean="0"/>
                        <a:t> </a:t>
                      </a:r>
                      <a:r>
                        <a:rPr lang="de-CH" sz="1000" dirty="0" err="1" smtClean="0"/>
                        <a:t>paste</a:t>
                      </a:r>
                      <a:r>
                        <a:rPr lang="de-CH" sz="1000" baseline="0" dirty="0" smtClean="0"/>
                        <a:t> [mm]</a:t>
                      </a:r>
                      <a:endParaRPr lang="de-CH" sz="1000" dirty="0" smtClean="0"/>
                    </a:p>
                    <a:p>
                      <a:endParaRPr lang="de-CH" sz="1000" dirty="0"/>
                    </a:p>
                  </a:txBody>
                  <a:tcPr/>
                </a:tc>
                <a:tc>
                  <a:txBody>
                    <a:bodyPr/>
                    <a:lstStyle/>
                    <a:p>
                      <a:r>
                        <a:rPr lang="de-CH" sz="1000" dirty="0" smtClean="0"/>
                        <a:t>h</a:t>
                      </a:r>
                      <a:r>
                        <a:rPr lang="de-CH" sz="1000" baseline="0" dirty="0" smtClean="0"/>
                        <a:t> </a:t>
                      </a:r>
                      <a:r>
                        <a:rPr lang="de-CH" sz="1000" baseline="0" dirty="0" err="1" smtClean="0"/>
                        <a:t>heatsink</a:t>
                      </a:r>
                      <a:r>
                        <a:rPr lang="de-CH" sz="1000" baseline="0" dirty="0" smtClean="0"/>
                        <a:t> [W/(m^2*K)]</a:t>
                      </a:r>
                      <a:endParaRPr lang="de-CH" sz="1000" dirty="0"/>
                    </a:p>
                  </a:txBody>
                  <a:tcPr/>
                </a:tc>
              </a:tr>
              <a:tr h="370840">
                <a:tc>
                  <a:txBody>
                    <a:bodyPr/>
                    <a:lstStyle/>
                    <a:p>
                      <a:r>
                        <a:rPr lang="de-CH" sz="1000" dirty="0" smtClean="0"/>
                        <a:t>Module </a:t>
                      </a:r>
                      <a:r>
                        <a:rPr lang="de-CH" sz="1000" dirty="0" err="1" smtClean="0"/>
                        <a:t>with</a:t>
                      </a:r>
                      <a:r>
                        <a:rPr lang="de-CH" sz="1000" dirty="0" smtClean="0"/>
                        <a:t> </a:t>
                      </a:r>
                      <a:r>
                        <a:rPr lang="de-CH" sz="1000" dirty="0" err="1" smtClean="0"/>
                        <a:t>paste</a:t>
                      </a:r>
                      <a:endParaRPr lang="de-CH" sz="1000" dirty="0"/>
                    </a:p>
                  </a:txBody>
                  <a:tcPr/>
                </a:tc>
                <a:tc>
                  <a:txBody>
                    <a:bodyPr/>
                    <a:lstStyle/>
                    <a:p>
                      <a:r>
                        <a:rPr lang="de-CH" sz="1000" dirty="0" smtClean="0"/>
                        <a:t>100</a:t>
                      </a:r>
                      <a:endParaRPr lang="de-CH" sz="1000" dirty="0"/>
                    </a:p>
                  </a:txBody>
                  <a:tcPr/>
                </a:tc>
                <a:tc>
                  <a:txBody>
                    <a:bodyPr/>
                    <a:lstStyle/>
                    <a:p>
                      <a:r>
                        <a:rPr lang="de-CH" sz="1000" dirty="0" smtClean="0"/>
                        <a:t>150</a:t>
                      </a:r>
                      <a:endParaRPr lang="de-CH" sz="1000" dirty="0"/>
                    </a:p>
                  </a:txBody>
                  <a:tcPr/>
                </a:tc>
                <a:tc>
                  <a:txBody>
                    <a:bodyPr/>
                    <a:lstStyle/>
                    <a:p>
                      <a:r>
                        <a:rPr lang="de-CH" sz="1000" dirty="0" smtClean="0"/>
                        <a:t>200</a:t>
                      </a:r>
                      <a:endParaRPr lang="de-CH" sz="1000" dirty="0"/>
                    </a:p>
                  </a:txBody>
                  <a:tcPr/>
                </a:tc>
                <a:tc>
                  <a:txBody>
                    <a:bodyPr/>
                    <a:lstStyle/>
                    <a:p>
                      <a:r>
                        <a:rPr lang="de-CH" sz="1000" dirty="0" smtClean="0"/>
                        <a:t>250</a:t>
                      </a:r>
                      <a:endParaRPr lang="de-CH" sz="1000" dirty="0"/>
                    </a:p>
                  </a:txBody>
                  <a:tcPr/>
                </a:tc>
                <a:tc>
                  <a:txBody>
                    <a:bodyPr/>
                    <a:lstStyle/>
                    <a:p>
                      <a:r>
                        <a:rPr lang="de-CH" sz="1000" dirty="0" smtClean="0"/>
                        <a:t>0.1</a:t>
                      </a:r>
                      <a:endParaRPr lang="de-CH" sz="1000" dirty="0"/>
                    </a:p>
                  </a:txBody>
                  <a:tcPr/>
                </a:tc>
                <a:tc>
                  <a:txBody>
                    <a:bodyPr/>
                    <a:lstStyle/>
                    <a:p>
                      <a:r>
                        <a:rPr lang="de-CH" sz="1000" dirty="0" smtClean="0"/>
                        <a:t>0.3</a:t>
                      </a:r>
                      <a:endParaRPr lang="de-CH" sz="1000" dirty="0"/>
                    </a:p>
                  </a:txBody>
                  <a:tcPr/>
                </a:tc>
                <a:tc>
                  <a:txBody>
                    <a:bodyPr/>
                    <a:lstStyle/>
                    <a:p>
                      <a:r>
                        <a:rPr lang="de-CH" sz="1000" dirty="0" smtClean="0"/>
                        <a:t>0.37</a:t>
                      </a:r>
                      <a:endParaRPr lang="de-CH" sz="1000" dirty="0"/>
                    </a:p>
                  </a:txBody>
                  <a:tcPr/>
                </a:tc>
                <a:tc>
                  <a:txBody>
                    <a:bodyPr/>
                    <a:lstStyle/>
                    <a:p>
                      <a:r>
                        <a:rPr lang="de-CH" sz="1000" dirty="0" smtClean="0"/>
                        <a:t>3</a:t>
                      </a:r>
                      <a:endParaRPr lang="de-CH" sz="1000" dirty="0"/>
                    </a:p>
                  </a:txBody>
                  <a:tcPr/>
                </a:tc>
                <a:tc>
                  <a:txBody>
                    <a:bodyPr/>
                    <a:lstStyle/>
                    <a:p>
                      <a:r>
                        <a:rPr lang="de-CH" sz="1000" dirty="0" smtClean="0"/>
                        <a:t>0.05</a:t>
                      </a:r>
                      <a:endParaRPr lang="de-CH" sz="1000" dirty="0"/>
                    </a:p>
                  </a:txBody>
                  <a:tcPr/>
                </a:tc>
                <a:tc>
                  <a:txBody>
                    <a:bodyPr/>
                    <a:lstStyle/>
                    <a:p>
                      <a:r>
                        <a:rPr lang="de-CH" sz="1000" dirty="0" smtClean="0"/>
                        <a:t>20000</a:t>
                      </a:r>
                      <a:endParaRPr lang="de-CH" sz="1000" dirty="0"/>
                    </a:p>
                  </a:txBody>
                  <a:tcPr/>
                </a:tc>
              </a:tr>
              <a:tr h="370840">
                <a:tc>
                  <a:txBody>
                    <a:bodyPr/>
                    <a:lstStyle/>
                    <a:p>
                      <a:r>
                        <a:rPr lang="de-CH" sz="1000" dirty="0" smtClean="0"/>
                        <a:t>Module </a:t>
                      </a:r>
                      <a:r>
                        <a:rPr lang="de-CH" sz="1000" dirty="0" err="1" smtClean="0"/>
                        <a:t>directly</a:t>
                      </a:r>
                      <a:r>
                        <a:rPr lang="de-CH" sz="1000" dirty="0" smtClean="0"/>
                        <a:t> </a:t>
                      </a:r>
                      <a:r>
                        <a:rPr lang="de-CH" sz="1000" dirty="0" err="1" smtClean="0"/>
                        <a:t>bonded</a:t>
                      </a:r>
                      <a:r>
                        <a:rPr lang="de-CH" sz="1000" dirty="0" smtClean="0"/>
                        <a:t> </a:t>
                      </a:r>
                      <a:r>
                        <a:rPr lang="de-CH" sz="1000" dirty="0" err="1" smtClean="0"/>
                        <a:t>to</a:t>
                      </a:r>
                      <a:r>
                        <a:rPr lang="de-CH" sz="1000" dirty="0" smtClean="0"/>
                        <a:t> </a:t>
                      </a:r>
                      <a:r>
                        <a:rPr lang="de-CH" sz="1000" dirty="0" err="1" smtClean="0"/>
                        <a:t>heatsink</a:t>
                      </a:r>
                      <a:endParaRPr lang="de-CH" sz="1000" dirty="0"/>
                    </a:p>
                  </a:txBody>
                  <a:tcPr/>
                </a:tc>
                <a:tc>
                  <a:txBody>
                    <a:bodyPr/>
                    <a:lstStyle/>
                    <a:p>
                      <a:r>
                        <a:rPr lang="de-CH" sz="1000" dirty="0" smtClean="0"/>
                        <a:t>100</a:t>
                      </a:r>
                      <a:endParaRPr lang="de-CH" sz="1000" dirty="0"/>
                    </a:p>
                  </a:txBody>
                  <a:tcPr/>
                </a:tc>
                <a:tc>
                  <a:txBody>
                    <a:bodyPr/>
                    <a:lstStyle/>
                    <a:p>
                      <a:r>
                        <a:rPr lang="de-CH" sz="1000" dirty="0" smtClean="0"/>
                        <a:t>150</a:t>
                      </a:r>
                      <a:endParaRPr lang="de-CH" sz="1000" dirty="0"/>
                    </a:p>
                  </a:txBody>
                  <a:tcPr/>
                </a:tc>
                <a:tc>
                  <a:txBody>
                    <a:bodyPr/>
                    <a:lstStyle/>
                    <a:p>
                      <a:r>
                        <a:rPr lang="de-CH" sz="1000" dirty="0" smtClean="0"/>
                        <a:t>200</a:t>
                      </a:r>
                      <a:endParaRPr lang="de-CH" sz="1000" dirty="0"/>
                    </a:p>
                  </a:txBody>
                  <a:tcPr/>
                </a:tc>
                <a:tc>
                  <a:txBody>
                    <a:bodyPr/>
                    <a:lstStyle/>
                    <a:p>
                      <a:r>
                        <a:rPr lang="de-CH" sz="1000" dirty="0" smtClean="0"/>
                        <a:t>250</a:t>
                      </a:r>
                      <a:endParaRPr lang="de-CH" sz="1000" dirty="0"/>
                    </a:p>
                  </a:txBody>
                  <a:tcPr/>
                </a:tc>
                <a:tc>
                  <a:txBody>
                    <a:bodyPr/>
                    <a:lstStyle/>
                    <a:p>
                      <a:r>
                        <a:rPr lang="de-CH" sz="1000" dirty="0" smtClean="0"/>
                        <a:t>0.1</a:t>
                      </a:r>
                      <a:endParaRPr lang="de-CH" sz="1000" dirty="0"/>
                    </a:p>
                  </a:txBody>
                  <a:tcPr/>
                </a:tc>
                <a:tc>
                  <a:txBody>
                    <a:bodyPr/>
                    <a:lstStyle/>
                    <a:p>
                      <a:r>
                        <a:rPr lang="de-CH" sz="1000" dirty="0" smtClean="0"/>
                        <a:t>0.3</a:t>
                      </a:r>
                      <a:endParaRPr lang="de-CH" sz="1000" dirty="0"/>
                    </a:p>
                  </a:txBody>
                  <a:tcPr/>
                </a:tc>
                <a:tc>
                  <a:txBody>
                    <a:bodyPr/>
                    <a:lstStyle/>
                    <a:p>
                      <a:r>
                        <a:rPr lang="de-CH" sz="1000" dirty="0" smtClean="0"/>
                        <a:t>0.37</a:t>
                      </a:r>
                      <a:endParaRPr lang="de-CH" sz="1000" dirty="0"/>
                    </a:p>
                  </a:txBody>
                  <a:tcPr/>
                </a:tc>
                <a:tc>
                  <a:txBody>
                    <a:bodyPr/>
                    <a:lstStyle/>
                    <a:p>
                      <a:r>
                        <a:rPr lang="de-CH" sz="1000" dirty="0" smtClean="0"/>
                        <a:t>0.3</a:t>
                      </a:r>
                      <a:endParaRPr lang="de-CH" sz="1000" dirty="0"/>
                    </a:p>
                  </a:txBody>
                  <a:tcPr/>
                </a:tc>
                <a:tc>
                  <a:txBody>
                    <a:bodyPr/>
                    <a:lstStyle/>
                    <a:p>
                      <a:r>
                        <a:rPr lang="de-CH" sz="1000" dirty="0" smtClean="0"/>
                        <a:t>0</a:t>
                      </a:r>
                      <a:endParaRPr lang="de-CH" sz="1000" dirty="0"/>
                    </a:p>
                  </a:txBody>
                  <a:tcPr/>
                </a:tc>
                <a:tc>
                  <a:txBody>
                    <a:bodyPr/>
                    <a:lstStyle/>
                    <a:p>
                      <a:r>
                        <a:rPr lang="de-CH" sz="1000" dirty="0" smtClean="0"/>
                        <a:t>20000</a:t>
                      </a:r>
                      <a:endParaRPr lang="de-CH" sz="1000" dirty="0"/>
                    </a:p>
                  </a:txBody>
                  <a:tcPr/>
                </a:tc>
              </a:tr>
            </a:tbl>
          </a:graphicData>
        </a:graphic>
      </p:graphicFrame>
      <p:graphicFrame>
        <p:nvGraphicFramePr>
          <p:cNvPr id="3" name="Tabelle 2"/>
          <p:cNvGraphicFramePr>
            <a:graphicFrameLocks noGrp="1"/>
          </p:cNvGraphicFramePr>
          <p:nvPr>
            <p:extLst>
              <p:ext uri="{D42A27DB-BD31-4B8C-83A1-F6EECF244321}">
                <p14:modId xmlns:p14="http://schemas.microsoft.com/office/powerpoint/2010/main" val="1411431193"/>
              </p:ext>
            </p:extLst>
          </p:nvPr>
        </p:nvGraphicFramePr>
        <p:xfrm>
          <a:off x="323528" y="836712"/>
          <a:ext cx="8640961" cy="767080"/>
        </p:xfrm>
        <a:graphic>
          <a:graphicData uri="http://schemas.openxmlformats.org/drawingml/2006/table">
            <a:tbl>
              <a:tblPr firstRow="1" bandRow="1">
                <a:tableStyleId>{5C22544A-7EE6-4342-B048-85BDC9FD1C3A}</a:tableStyleId>
              </a:tblPr>
              <a:tblGrid>
                <a:gridCol w="1837348"/>
                <a:gridCol w="1324793"/>
                <a:gridCol w="1369705"/>
                <a:gridCol w="1369705"/>
                <a:gridCol w="1369705"/>
                <a:gridCol w="1369705"/>
              </a:tblGrid>
              <a:tr h="370840">
                <a:tc>
                  <a:txBody>
                    <a:bodyPr/>
                    <a:lstStyle/>
                    <a:p>
                      <a:endParaRPr lang="de-CH" sz="1000" dirty="0"/>
                    </a:p>
                  </a:txBody>
                  <a:tcPr/>
                </a:tc>
                <a:tc>
                  <a:txBody>
                    <a:bodyPr/>
                    <a:lstStyle/>
                    <a:p>
                      <a:r>
                        <a:rPr lang="de-CH" sz="1000" dirty="0" err="1" smtClean="0"/>
                        <a:t>Solder</a:t>
                      </a:r>
                      <a:endParaRPr lang="de-CH" sz="1000" dirty="0"/>
                    </a:p>
                  </a:txBody>
                  <a:tcPr/>
                </a:tc>
                <a:tc>
                  <a:txBody>
                    <a:bodyPr/>
                    <a:lstStyle/>
                    <a:p>
                      <a:r>
                        <a:rPr lang="de-CH" sz="1000" dirty="0" err="1" smtClean="0"/>
                        <a:t>Copper</a:t>
                      </a:r>
                      <a:endParaRPr lang="de-CH" sz="1000" dirty="0"/>
                    </a:p>
                  </a:txBody>
                  <a:tcPr/>
                </a:tc>
                <a:tc>
                  <a:txBody>
                    <a:bodyPr/>
                    <a:lstStyle/>
                    <a:p>
                      <a:r>
                        <a:rPr lang="de-CH" sz="1000" dirty="0" err="1" smtClean="0"/>
                        <a:t>Ceramic</a:t>
                      </a:r>
                      <a:endParaRPr lang="de-CH" sz="1000" dirty="0"/>
                    </a:p>
                  </a:txBody>
                  <a:tcPr/>
                </a:tc>
                <a:tc>
                  <a:txBody>
                    <a:bodyPr/>
                    <a:lstStyle/>
                    <a:p>
                      <a:r>
                        <a:rPr lang="de-CH" sz="1000" dirty="0" err="1" smtClean="0"/>
                        <a:t>Aluminum</a:t>
                      </a:r>
                      <a:endParaRPr lang="de-CH" sz="1000" dirty="0"/>
                    </a:p>
                  </a:txBody>
                  <a:tcPr/>
                </a:tc>
                <a:tc>
                  <a:txBody>
                    <a:bodyPr/>
                    <a:lstStyle/>
                    <a:p>
                      <a:r>
                        <a:rPr lang="de-CH" sz="1000" dirty="0" err="1" smtClean="0"/>
                        <a:t>paste</a:t>
                      </a:r>
                      <a:endParaRPr lang="de-CH" sz="1000" dirty="0"/>
                    </a:p>
                  </a:txBody>
                  <a:tcPr/>
                </a:tc>
              </a:tr>
              <a:tr h="370840">
                <a:tc>
                  <a:txBody>
                    <a:bodyPr/>
                    <a:lstStyle/>
                    <a:p>
                      <a:r>
                        <a:rPr lang="de-CH" sz="1000" dirty="0" smtClean="0"/>
                        <a:t>Thermal</a:t>
                      </a:r>
                      <a:r>
                        <a:rPr lang="de-CH" sz="1000" baseline="0" dirty="0" smtClean="0"/>
                        <a:t> </a:t>
                      </a:r>
                      <a:r>
                        <a:rPr lang="de-CH" sz="1000" baseline="0" dirty="0" err="1" smtClean="0"/>
                        <a:t>conductivity</a:t>
                      </a:r>
                      <a:r>
                        <a:rPr lang="de-CH" sz="1000" baseline="0" dirty="0" smtClean="0"/>
                        <a:t> [W/(m*K)]</a:t>
                      </a:r>
                      <a:endParaRPr lang="de-CH" sz="1000" dirty="0"/>
                    </a:p>
                  </a:txBody>
                  <a:tcPr/>
                </a:tc>
                <a:tc>
                  <a:txBody>
                    <a:bodyPr/>
                    <a:lstStyle/>
                    <a:p>
                      <a:r>
                        <a:rPr lang="de-CH" sz="1000" dirty="0" smtClean="0"/>
                        <a:t>65</a:t>
                      </a:r>
                      <a:endParaRPr lang="de-CH" sz="1000" dirty="0"/>
                    </a:p>
                  </a:txBody>
                  <a:tcPr/>
                </a:tc>
                <a:tc>
                  <a:txBody>
                    <a:bodyPr/>
                    <a:lstStyle/>
                    <a:p>
                      <a:r>
                        <a:rPr lang="de-CH" sz="1000" dirty="0" smtClean="0"/>
                        <a:t>385</a:t>
                      </a:r>
                      <a:endParaRPr lang="de-CH" sz="1000" dirty="0"/>
                    </a:p>
                  </a:txBody>
                  <a:tcPr/>
                </a:tc>
                <a:tc>
                  <a:txBody>
                    <a:bodyPr/>
                    <a:lstStyle/>
                    <a:p>
                      <a:r>
                        <a:rPr lang="de-CH" sz="1000" dirty="0" smtClean="0"/>
                        <a:t>23</a:t>
                      </a:r>
                      <a:endParaRPr lang="de-CH" sz="1000" dirty="0"/>
                    </a:p>
                  </a:txBody>
                  <a:tcPr/>
                </a:tc>
                <a:tc>
                  <a:txBody>
                    <a:bodyPr/>
                    <a:lstStyle/>
                    <a:p>
                      <a:r>
                        <a:rPr lang="de-CH" sz="1000" dirty="0" smtClean="0"/>
                        <a:t>180</a:t>
                      </a:r>
                      <a:endParaRPr lang="de-CH" sz="1000" dirty="0"/>
                    </a:p>
                  </a:txBody>
                  <a:tcPr/>
                </a:tc>
                <a:tc>
                  <a:txBody>
                    <a:bodyPr/>
                    <a:lstStyle/>
                    <a:p>
                      <a:r>
                        <a:rPr lang="de-CH" sz="1000" dirty="0" smtClean="0"/>
                        <a:t>2.5</a:t>
                      </a:r>
                      <a:endParaRPr lang="de-CH" sz="1000" dirty="0"/>
                    </a:p>
                  </a:txBody>
                  <a:tcPr/>
                </a:tc>
              </a:tr>
            </a:tbl>
          </a:graphicData>
        </a:graphic>
      </p:graphicFrame>
      <p:graphicFrame>
        <p:nvGraphicFramePr>
          <p:cNvPr id="9" name="Tabelle 8"/>
          <p:cNvGraphicFramePr>
            <a:graphicFrameLocks noGrp="1"/>
          </p:cNvGraphicFramePr>
          <p:nvPr>
            <p:extLst>
              <p:ext uri="{D42A27DB-BD31-4B8C-83A1-F6EECF244321}">
                <p14:modId xmlns:p14="http://schemas.microsoft.com/office/powerpoint/2010/main" val="2107186206"/>
              </p:ext>
            </p:extLst>
          </p:nvPr>
        </p:nvGraphicFramePr>
        <p:xfrm>
          <a:off x="251520" y="1700808"/>
          <a:ext cx="6048672" cy="2438400"/>
        </p:xfrm>
        <a:graphic>
          <a:graphicData uri="http://schemas.openxmlformats.org/drawingml/2006/table">
            <a:tbl>
              <a:tblPr firstRow="1" bandRow="1">
                <a:tableStyleId>{5C22544A-7EE6-4342-B048-85BDC9FD1C3A}</a:tableStyleId>
              </a:tblPr>
              <a:tblGrid>
                <a:gridCol w="1080120"/>
                <a:gridCol w="792088"/>
                <a:gridCol w="720080"/>
                <a:gridCol w="864096"/>
                <a:gridCol w="864096"/>
                <a:gridCol w="864096"/>
                <a:gridCol w="864096"/>
              </a:tblGrid>
              <a:tr h="370840">
                <a:tc>
                  <a:txBody>
                    <a:bodyPr/>
                    <a:lstStyle/>
                    <a:p>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Chip </a:t>
                      </a:r>
                      <a:r>
                        <a:rPr lang="de-CH" sz="1000" dirty="0" err="1" smtClean="0"/>
                        <a:t>area</a:t>
                      </a:r>
                      <a:r>
                        <a:rPr lang="de-CH" sz="1000" dirty="0" smtClean="0"/>
                        <a:t> [mm^2]</a:t>
                      </a:r>
                    </a:p>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err="1" smtClean="0"/>
                        <a:t>estimated</a:t>
                      </a:r>
                      <a:endParaRPr lang="de-CH" sz="1000" dirty="0" smtClean="0"/>
                    </a:p>
                    <a:p>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baseline="0" dirty="0" smtClean="0"/>
                        <a:t>Area </a:t>
                      </a:r>
                      <a:r>
                        <a:rPr lang="de-CH" sz="1000" baseline="0" dirty="0" err="1" smtClean="0"/>
                        <a:t>contact</a:t>
                      </a:r>
                      <a:r>
                        <a:rPr lang="de-CH" sz="1000" baseline="0" dirty="0" smtClean="0"/>
                        <a:t> </a:t>
                      </a:r>
                      <a:r>
                        <a:rPr lang="de-CH" sz="1000" dirty="0" smtClean="0"/>
                        <a:t>[mm^2]</a:t>
                      </a:r>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Area </a:t>
                      </a:r>
                      <a:r>
                        <a:rPr lang="de-CH" sz="1000" dirty="0" err="1" smtClean="0"/>
                        <a:t>heatsink</a:t>
                      </a:r>
                      <a:r>
                        <a:rPr lang="de-CH" sz="1000" dirty="0" smtClean="0"/>
                        <a:t> [mm^2]</a:t>
                      </a:r>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err="1" smtClean="0"/>
                        <a:t>RthJC</a:t>
                      </a:r>
                      <a:endParaRPr lang="de-CH" sz="1000" dirty="0" smtClean="0"/>
                    </a:p>
                    <a:p>
                      <a:r>
                        <a:rPr lang="de-CH" sz="1000" dirty="0" smtClean="0"/>
                        <a:t>[K/W]</a:t>
                      </a:r>
                    </a:p>
                  </a:txBody>
                  <a:tcPr/>
                </a:tc>
                <a:tc>
                  <a:txBody>
                    <a:bodyPr/>
                    <a:lstStyle/>
                    <a:p>
                      <a:r>
                        <a:rPr lang="de-CH" sz="1000" dirty="0" smtClean="0"/>
                        <a:t>Thermal insulance </a:t>
                      </a:r>
                      <a:r>
                        <a:rPr lang="de-CH" sz="1000" dirty="0" err="1" smtClean="0"/>
                        <a:t>foil</a:t>
                      </a:r>
                      <a:r>
                        <a:rPr lang="de-CH" sz="1000" dirty="0" smtClean="0"/>
                        <a:t> [mm^2*K/W]</a:t>
                      </a:r>
                      <a:endParaRPr lang="de-CH" sz="1000" dirty="0"/>
                    </a:p>
                  </a:txBody>
                  <a:tcPr/>
                </a:tc>
                <a:tc>
                  <a:txBody>
                    <a:bodyPr/>
                    <a:lstStyle/>
                    <a:p>
                      <a:r>
                        <a:rPr lang="de-CH" sz="1000" dirty="0" smtClean="0"/>
                        <a:t>h</a:t>
                      </a:r>
                      <a:r>
                        <a:rPr lang="de-CH" sz="1000" baseline="0" dirty="0" smtClean="0"/>
                        <a:t> </a:t>
                      </a:r>
                      <a:r>
                        <a:rPr lang="de-CH" sz="1000" baseline="0" dirty="0" err="1" smtClean="0"/>
                        <a:t>heatsink</a:t>
                      </a:r>
                      <a:r>
                        <a:rPr lang="de-CH" sz="1000" baseline="0" dirty="0" smtClean="0"/>
                        <a:t> [W/(m^2*K)]</a:t>
                      </a:r>
                      <a:endParaRPr lang="de-CH" sz="1000" dirty="0"/>
                    </a:p>
                  </a:txBody>
                  <a:tcPr/>
                </a:tc>
              </a:tr>
              <a:tr h="370840">
                <a:tc>
                  <a:txBody>
                    <a:bodyPr/>
                    <a:lstStyle/>
                    <a:p>
                      <a:r>
                        <a:rPr lang="en-US" sz="1000" dirty="0" smtClean="0">
                          <a:solidFill>
                            <a:srgbClr val="000000"/>
                          </a:solidFill>
                        </a:rPr>
                        <a:t>TO-247 with </a:t>
                      </a:r>
                      <a:r>
                        <a:rPr lang="en-US" sz="1000" dirty="0" err="1" smtClean="0">
                          <a:solidFill>
                            <a:srgbClr val="000000"/>
                          </a:solidFill>
                        </a:rPr>
                        <a:t>Tgard</a:t>
                      </a:r>
                      <a:r>
                        <a:rPr lang="en-US" sz="1000" dirty="0" smtClean="0">
                          <a:solidFill>
                            <a:srgbClr val="000000"/>
                          </a:solidFill>
                        </a:rPr>
                        <a:t> TNC-4</a:t>
                      </a:r>
                      <a:endParaRPr lang="de-CH" sz="1000" dirty="0"/>
                    </a:p>
                  </a:txBody>
                  <a:tcPr/>
                </a:tc>
                <a:tc>
                  <a:txBody>
                    <a:bodyPr/>
                    <a:lstStyle/>
                    <a:p>
                      <a:r>
                        <a:rPr lang="de-CH" sz="1000" dirty="0" smtClean="0"/>
                        <a:t>39</a:t>
                      </a:r>
                      <a:endParaRPr lang="de-CH" sz="1000" dirty="0"/>
                    </a:p>
                  </a:txBody>
                  <a:tcPr/>
                </a:tc>
                <a:tc>
                  <a:txBody>
                    <a:bodyPr/>
                    <a:lstStyle/>
                    <a:p>
                      <a:r>
                        <a:rPr lang="de-CH" sz="1000" dirty="0" smtClean="0"/>
                        <a:t>140</a:t>
                      </a:r>
                      <a:endParaRPr lang="de-CH" sz="1000" dirty="0"/>
                    </a:p>
                  </a:txBody>
                  <a:tcPr/>
                </a:tc>
                <a:tc>
                  <a:txBody>
                    <a:bodyPr/>
                    <a:lstStyle/>
                    <a:p>
                      <a:r>
                        <a:rPr lang="de-CH" sz="1000" dirty="0" smtClean="0"/>
                        <a:t>350</a:t>
                      </a:r>
                      <a:endParaRPr lang="de-CH" sz="1000" dirty="0"/>
                    </a:p>
                  </a:txBody>
                  <a:tcPr/>
                </a:tc>
                <a:tc>
                  <a:txBody>
                    <a:bodyPr/>
                    <a:lstStyle/>
                    <a:p>
                      <a:r>
                        <a:rPr lang="de-CH" sz="1000" dirty="0" smtClean="0"/>
                        <a:t>0.35</a:t>
                      </a:r>
                      <a:endParaRPr lang="de-CH" sz="1000" dirty="0"/>
                    </a:p>
                  </a:txBody>
                  <a:tcPr/>
                </a:tc>
                <a:tc>
                  <a:txBody>
                    <a:bodyPr/>
                    <a:lstStyle/>
                    <a:p>
                      <a:r>
                        <a:rPr lang="de-CH" sz="1000" dirty="0" smtClean="0"/>
                        <a:t>193.6</a:t>
                      </a:r>
                      <a:endParaRPr lang="de-CH" sz="1000" dirty="0"/>
                    </a:p>
                  </a:txBody>
                  <a:tcPr/>
                </a:tc>
                <a:tc>
                  <a:txBody>
                    <a:bodyPr/>
                    <a:lstStyle/>
                    <a:p>
                      <a:r>
                        <a:rPr lang="de-CH" sz="1000" dirty="0" smtClean="0"/>
                        <a:t>17000</a:t>
                      </a:r>
                      <a:endParaRPr lang="de-CH" sz="1000" dirty="0"/>
                    </a:p>
                  </a:txBody>
                  <a:tcPr/>
                </a:tc>
              </a:tr>
              <a:tr h="370840">
                <a:tc>
                  <a:txBody>
                    <a:bodyPr/>
                    <a:lstStyle/>
                    <a:p>
                      <a:r>
                        <a:rPr lang="en-US" sz="1000" dirty="0" smtClean="0">
                          <a:solidFill>
                            <a:srgbClr val="000000"/>
                          </a:solidFill>
                        </a:rPr>
                        <a:t>TO-247 with </a:t>
                      </a:r>
                      <a:r>
                        <a:rPr lang="de-CH" sz="1000" dirty="0" err="1" smtClean="0"/>
                        <a:t>Keratherm</a:t>
                      </a:r>
                      <a:r>
                        <a:rPr lang="de-CH" sz="1000" dirty="0" smtClean="0"/>
                        <a:t> U90</a:t>
                      </a:r>
                      <a:endParaRPr lang="de-CH" sz="1000" dirty="0"/>
                    </a:p>
                  </a:txBody>
                  <a:tcPr/>
                </a:tc>
                <a:tc>
                  <a:txBody>
                    <a:bodyPr/>
                    <a:lstStyle/>
                    <a:p>
                      <a:r>
                        <a:rPr lang="de-CH" sz="1000" dirty="0" smtClean="0"/>
                        <a:t>39</a:t>
                      </a:r>
                      <a:endParaRPr lang="de-CH" sz="1000" dirty="0"/>
                    </a:p>
                  </a:txBody>
                  <a:tcPr/>
                </a:tc>
                <a:tc>
                  <a:txBody>
                    <a:bodyPr/>
                    <a:lstStyle/>
                    <a:p>
                      <a:r>
                        <a:rPr lang="de-CH" sz="1000" dirty="0" smtClean="0"/>
                        <a:t>140</a:t>
                      </a:r>
                      <a:endParaRPr lang="de-CH" sz="1000" dirty="0"/>
                    </a:p>
                  </a:txBody>
                  <a:tcPr/>
                </a:tc>
                <a:tc>
                  <a:txBody>
                    <a:bodyPr/>
                    <a:lstStyle/>
                    <a:p>
                      <a:r>
                        <a:rPr lang="de-CH" sz="1000" dirty="0" smtClean="0"/>
                        <a:t>350</a:t>
                      </a:r>
                      <a:endParaRPr lang="de-CH" sz="1000" dirty="0"/>
                    </a:p>
                  </a:txBody>
                  <a:tcPr/>
                </a:tc>
                <a:tc>
                  <a:txBody>
                    <a:bodyPr/>
                    <a:lstStyle/>
                    <a:p>
                      <a:r>
                        <a:rPr lang="de-CH" sz="1000" dirty="0" smtClean="0"/>
                        <a:t>0.35</a:t>
                      </a:r>
                      <a:endParaRPr lang="de-CH" sz="1000" dirty="0"/>
                    </a:p>
                  </a:txBody>
                  <a:tcPr/>
                </a:tc>
                <a:tc>
                  <a:txBody>
                    <a:bodyPr/>
                    <a:lstStyle/>
                    <a:p>
                      <a:r>
                        <a:rPr lang="de-CH" sz="1000" dirty="0" smtClean="0"/>
                        <a:t>32.9</a:t>
                      </a:r>
                      <a:endParaRPr lang="de-CH" sz="1000" dirty="0"/>
                    </a:p>
                  </a:txBody>
                  <a:tcPr/>
                </a:tc>
                <a:tc>
                  <a:txBody>
                    <a:bodyPr/>
                    <a:lstStyle/>
                    <a:p>
                      <a:r>
                        <a:rPr lang="de-CH" sz="1000" dirty="0" smtClean="0"/>
                        <a:t>17000</a:t>
                      </a:r>
                      <a:endParaRPr lang="de-CH" sz="1000" dirty="0"/>
                    </a:p>
                  </a:txBody>
                  <a:tcPr/>
                </a:tc>
              </a:tr>
              <a:tr h="370840">
                <a:tc>
                  <a:txBody>
                    <a:bodyPr/>
                    <a:lstStyle/>
                    <a:p>
                      <a:r>
                        <a:rPr lang="en-US" sz="1000" smtClean="0">
                          <a:solidFill>
                            <a:srgbClr val="000000"/>
                          </a:solidFill>
                        </a:rPr>
                        <a:t>Super-247 </a:t>
                      </a:r>
                      <a:r>
                        <a:rPr lang="en-US" sz="1000" dirty="0" smtClean="0">
                          <a:solidFill>
                            <a:srgbClr val="000000"/>
                          </a:solidFill>
                        </a:rPr>
                        <a:t>with </a:t>
                      </a:r>
                      <a:r>
                        <a:rPr lang="en-US" sz="1000" dirty="0" err="1" smtClean="0">
                          <a:solidFill>
                            <a:srgbClr val="000000"/>
                          </a:solidFill>
                        </a:rPr>
                        <a:t>Tgard</a:t>
                      </a:r>
                      <a:r>
                        <a:rPr lang="en-US" sz="1000" dirty="0" smtClean="0">
                          <a:solidFill>
                            <a:srgbClr val="000000"/>
                          </a:solidFill>
                        </a:rPr>
                        <a:t> TNC-4</a:t>
                      </a:r>
                      <a:endParaRPr lang="de-CH" sz="1000" dirty="0"/>
                    </a:p>
                  </a:txBody>
                  <a:tcPr/>
                </a:tc>
                <a:tc>
                  <a:txBody>
                    <a:bodyPr/>
                    <a:lstStyle/>
                    <a:p>
                      <a:r>
                        <a:rPr lang="de-CH" sz="1000" dirty="0" smtClean="0"/>
                        <a:t>66</a:t>
                      </a:r>
                      <a:endParaRPr lang="de-CH" sz="1000" dirty="0"/>
                    </a:p>
                  </a:txBody>
                  <a:tcPr/>
                </a:tc>
                <a:tc>
                  <a:txBody>
                    <a:bodyPr/>
                    <a:lstStyle/>
                    <a:p>
                      <a:r>
                        <a:rPr lang="de-CH" sz="1000" dirty="0" smtClean="0"/>
                        <a:t>190</a:t>
                      </a:r>
                      <a:endParaRPr lang="de-CH" sz="1000" dirty="0"/>
                    </a:p>
                  </a:txBody>
                  <a:tcPr/>
                </a:tc>
                <a:tc>
                  <a:txBody>
                    <a:bodyPr/>
                    <a:lstStyle/>
                    <a:p>
                      <a:r>
                        <a:rPr lang="de-CH" sz="1000" dirty="0" smtClean="0"/>
                        <a:t>350</a:t>
                      </a:r>
                      <a:endParaRPr lang="de-CH" sz="1000" dirty="0"/>
                    </a:p>
                  </a:txBody>
                  <a:tcPr/>
                </a:tc>
                <a:tc>
                  <a:txBody>
                    <a:bodyPr/>
                    <a:lstStyle/>
                    <a:p>
                      <a:r>
                        <a:rPr lang="de-CH" sz="1000" dirty="0" smtClean="0"/>
                        <a:t>0.2</a:t>
                      </a:r>
                      <a:endParaRPr lang="de-CH" sz="1000" dirty="0"/>
                    </a:p>
                  </a:txBody>
                  <a:tcPr/>
                </a:tc>
                <a:tc>
                  <a:txBody>
                    <a:bodyPr/>
                    <a:lstStyle/>
                    <a:p>
                      <a:r>
                        <a:rPr lang="de-CH" sz="1000" dirty="0" smtClean="0"/>
                        <a:t>193.6</a:t>
                      </a:r>
                      <a:endParaRPr lang="de-CH" sz="1000" dirty="0"/>
                    </a:p>
                  </a:txBody>
                  <a:tcPr/>
                </a:tc>
                <a:tc>
                  <a:txBody>
                    <a:bodyPr/>
                    <a:lstStyle/>
                    <a:p>
                      <a:r>
                        <a:rPr lang="de-CH" sz="1000" dirty="0" smtClean="0"/>
                        <a:t>17000</a:t>
                      </a:r>
                      <a:endParaRPr lang="de-CH" sz="1000" dirty="0"/>
                    </a:p>
                  </a:txBody>
                  <a:tcPr/>
                </a:tc>
              </a:tr>
              <a:tr h="370840">
                <a:tc>
                  <a:txBody>
                    <a:bodyPr/>
                    <a:lstStyle/>
                    <a:p>
                      <a:r>
                        <a:rPr lang="en-US" sz="1000" dirty="0" smtClean="0">
                          <a:solidFill>
                            <a:srgbClr val="000000"/>
                          </a:solidFill>
                        </a:rPr>
                        <a:t>Super-247</a:t>
                      </a:r>
                      <a:r>
                        <a:rPr lang="en-US" sz="1000" baseline="0" dirty="0" smtClean="0">
                          <a:solidFill>
                            <a:srgbClr val="000000"/>
                          </a:solidFill>
                        </a:rPr>
                        <a:t> </a:t>
                      </a:r>
                      <a:r>
                        <a:rPr lang="en-US" sz="1000" dirty="0" smtClean="0">
                          <a:solidFill>
                            <a:srgbClr val="000000"/>
                          </a:solidFill>
                        </a:rPr>
                        <a:t>with </a:t>
                      </a:r>
                      <a:r>
                        <a:rPr lang="de-CH" sz="1000" dirty="0" err="1" smtClean="0"/>
                        <a:t>Keratherm</a:t>
                      </a:r>
                      <a:r>
                        <a:rPr lang="de-CH" sz="1000" dirty="0" smtClean="0"/>
                        <a:t> U90</a:t>
                      </a:r>
                      <a:endParaRPr lang="de-CH" sz="1000" dirty="0"/>
                    </a:p>
                  </a:txBody>
                  <a:tcPr/>
                </a:tc>
                <a:tc>
                  <a:txBody>
                    <a:bodyPr/>
                    <a:lstStyle/>
                    <a:p>
                      <a:r>
                        <a:rPr lang="de-CH" sz="1000" dirty="0" smtClean="0"/>
                        <a:t>66</a:t>
                      </a:r>
                      <a:endParaRPr lang="de-CH" sz="1000" dirty="0"/>
                    </a:p>
                  </a:txBody>
                  <a:tcPr/>
                </a:tc>
                <a:tc>
                  <a:txBody>
                    <a:bodyPr/>
                    <a:lstStyle/>
                    <a:p>
                      <a:r>
                        <a:rPr lang="de-CH" sz="1000" dirty="0" smtClean="0"/>
                        <a:t>190</a:t>
                      </a:r>
                      <a:endParaRPr lang="de-CH" sz="1000" dirty="0"/>
                    </a:p>
                  </a:txBody>
                  <a:tcPr/>
                </a:tc>
                <a:tc>
                  <a:txBody>
                    <a:bodyPr/>
                    <a:lstStyle/>
                    <a:p>
                      <a:r>
                        <a:rPr lang="de-CH" sz="1000" dirty="0" smtClean="0"/>
                        <a:t>350</a:t>
                      </a:r>
                      <a:endParaRPr lang="de-CH" sz="1000" dirty="0"/>
                    </a:p>
                  </a:txBody>
                  <a:tcPr/>
                </a:tc>
                <a:tc>
                  <a:txBody>
                    <a:bodyPr/>
                    <a:lstStyle/>
                    <a:p>
                      <a:r>
                        <a:rPr lang="de-CH" sz="1000" dirty="0" smtClean="0"/>
                        <a:t>0.2</a:t>
                      </a:r>
                      <a:endParaRPr lang="de-CH" sz="1000" dirty="0"/>
                    </a:p>
                  </a:txBody>
                  <a:tcPr/>
                </a:tc>
                <a:tc>
                  <a:txBody>
                    <a:bodyPr/>
                    <a:lstStyle/>
                    <a:p>
                      <a:r>
                        <a:rPr lang="de-CH" sz="1000" dirty="0" smtClean="0"/>
                        <a:t>32.9</a:t>
                      </a:r>
                      <a:endParaRPr lang="de-CH" sz="1000" dirty="0"/>
                    </a:p>
                  </a:txBody>
                  <a:tcPr/>
                </a:tc>
                <a:tc>
                  <a:txBody>
                    <a:bodyPr/>
                    <a:lstStyle/>
                    <a:p>
                      <a:r>
                        <a:rPr lang="de-CH" sz="1000" dirty="0" smtClean="0"/>
                        <a:t>17000</a:t>
                      </a:r>
                      <a:endParaRPr lang="de-CH" sz="1000" dirty="0"/>
                    </a:p>
                  </a:txBody>
                  <a:tcPr/>
                </a:tc>
              </a:tr>
            </a:tbl>
          </a:graphicData>
        </a:graphic>
      </p:graphicFrame>
      <p:sp>
        <p:nvSpPr>
          <p:cNvPr id="11" name="Textfeld 10"/>
          <p:cNvSpPr txBox="1"/>
          <p:nvPr/>
        </p:nvSpPr>
        <p:spPr>
          <a:xfrm>
            <a:off x="6333656" y="1700808"/>
            <a:ext cx="2843807" cy="1754326"/>
          </a:xfrm>
          <a:prstGeom prst="rect">
            <a:avLst/>
          </a:prstGeom>
          <a:noFill/>
        </p:spPr>
        <p:txBody>
          <a:bodyPr wrap="square" rtlCol="0">
            <a:spAutoFit/>
          </a:bodyPr>
          <a:lstStyle/>
          <a:p>
            <a:pPr marL="171450" indent="-171450">
              <a:lnSpc>
                <a:spcPct val="150000"/>
              </a:lnSpc>
              <a:buFont typeface="Arial" pitchFamily="34" charset="0"/>
              <a:buChar char="•"/>
            </a:pPr>
            <a:r>
              <a:rPr lang="en-US" sz="800" dirty="0" smtClean="0">
                <a:solidFill>
                  <a:srgbClr val="000000"/>
                </a:solidFill>
              </a:rPr>
              <a:t>Contact areas for TO247 and </a:t>
            </a:r>
            <a:r>
              <a:rPr lang="en-US" sz="800" dirty="0">
                <a:solidFill>
                  <a:srgbClr val="000000"/>
                </a:solidFill>
              </a:rPr>
              <a:t>TO247Plus from </a:t>
            </a:r>
            <a:r>
              <a:rPr lang="en-US" sz="800" dirty="0">
                <a:solidFill>
                  <a:srgbClr val="000000"/>
                </a:solidFill>
                <a:hlinkClick r:id="rId2"/>
              </a:rPr>
              <a:t>https://</a:t>
            </a:r>
            <a:r>
              <a:rPr lang="en-US" sz="800" dirty="0" smtClean="0">
                <a:solidFill>
                  <a:srgbClr val="000000"/>
                </a:solidFill>
                <a:hlinkClick r:id="rId2"/>
              </a:rPr>
              <a:t>www.infineon.com/dgdl/Infineon-Presentation+1200+V+discrete+IGBT+in+TO-247PLUS-PPT-v01_00-EN.pdf?fileId=5546d4625bd71aa0015bf5f3d6123c5c</a:t>
            </a:r>
            <a:endParaRPr lang="en-US" sz="800" dirty="0" smtClean="0">
              <a:solidFill>
                <a:srgbClr val="000000"/>
              </a:solidFill>
            </a:endParaRPr>
          </a:p>
          <a:p>
            <a:pPr marL="171450" indent="-171450">
              <a:lnSpc>
                <a:spcPct val="150000"/>
              </a:lnSpc>
              <a:buFont typeface="Arial" pitchFamily="34" charset="0"/>
              <a:buChar char="•"/>
            </a:pPr>
            <a:r>
              <a:rPr lang="en-US" sz="800" dirty="0" smtClean="0">
                <a:solidFill>
                  <a:srgbClr val="000000"/>
                </a:solidFill>
              </a:rPr>
              <a:t>TO-247: </a:t>
            </a:r>
            <a:r>
              <a:rPr lang="en-US" sz="800" dirty="0"/>
              <a:t>AIKW75N60CT</a:t>
            </a:r>
          </a:p>
          <a:p>
            <a:pPr marL="171450" indent="-171450">
              <a:lnSpc>
                <a:spcPct val="150000"/>
              </a:lnSpc>
              <a:buFont typeface="Arial" pitchFamily="34" charset="0"/>
              <a:buChar char="•"/>
            </a:pPr>
            <a:r>
              <a:rPr lang="en-US" sz="800" dirty="0" smtClean="0">
                <a:solidFill>
                  <a:srgbClr val="000000"/>
                </a:solidFill>
              </a:rPr>
              <a:t>Super-247: </a:t>
            </a:r>
            <a:r>
              <a:rPr lang="en-US" sz="800" dirty="0" smtClean="0"/>
              <a:t>AUIRGPS4070D0</a:t>
            </a:r>
          </a:p>
          <a:p>
            <a:pPr marL="171450" indent="-171450">
              <a:lnSpc>
                <a:spcPct val="150000"/>
              </a:lnSpc>
              <a:buFont typeface="Arial" pitchFamily="34" charset="0"/>
              <a:buChar char="•"/>
            </a:pPr>
            <a:r>
              <a:rPr lang="en-US" sz="800" dirty="0" smtClean="0"/>
              <a:t>Chip areas estimated</a:t>
            </a:r>
            <a:endParaRPr lang="en-US" sz="800" dirty="0"/>
          </a:p>
          <a:p>
            <a:pPr marL="171450" indent="-171450">
              <a:lnSpc>
                <a:spcPct val="150000"/>
              </a:lnSpc>
              <a:buFont typeface="Arial" pitchFamily="34" charset="0"/>
              <a:buChar char="•"/>
            </a:pPr>
            <a:endParaRPr lang="en-US" sz="800" dirty="0">
              <a:solidFill>
                <a:srgbClr val="000000"/>
              </a:solidFill>
            </a:endParaRPr>
          </a:p>
        </p:txBody>
      </p:sp>
    </p:spTree>
    <p:extLst>
      <p:ext uri="{BB962C8B-B14F-4D97-AF65-F5344CB8AC3E}">
        <p14:creationId xmlns:p14="http://schemas.microsoft.com/office/powerpoint/2010/main" val="1687301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5" name="Foliennummernplatzhalter 4"/>
          <p:cNvSpPr>
            <a:spLocks noGrp="1"/>
          </p:cNvSpPr>
          <p:nvPr>
            <p:ph type="sldNum" sz="quarter" idx="12"/>
          </p:nvPr>
        </p:nvSpPr>
        <p:spPr/>
        <p:txBody>
          <a:bodyPr/>
          <a:lstStyle/>
          <a:p>
            <a:fld id="{6C6AE60A-B69C-4790-82F7-3882EDF23186}" type="slidenum">
              <a:rPr lang="en-US" smtClean="0">
                <a:solidFill>
                  <a:srgbClr val="FFFFFF"/>
                </a:solidFill>
              </a:rPr>
              <a:pPr/>
              <a:t>6</a:t>
            </a:fld>
            <a:endParaRPr lang="en-US" dirty="0">
              <a:solidFill>
                <a:srgbClr val="FFFFFF"/>
              </a:solidFill>
            </a:endParaRPr>
          </a:p>
        </p:txBody>
      </p:sp>
      <p:sp>
        <p:nvSpPr>
          <p:cNvPr id="6" name="Titel 1"/>
          <p:cNvSpPr txBox="1">
            <a:spLocks/>
          </p:cNvSpPr>
          <p:nvPr/>
        </p:nvSpPr>
        <p:spPr>
          <a:xfrm>
            <a:off x="423863" y="332656"/>
            <a:ext cx="6594475" cy="830993"/>
          </a:xfrm>
          <a:prstGeom prst="rect">
            <a:avLst/>
          </a:prstGeom>
        </p:spPr>
        <p:txBody>
          <a:bodyPr vert="horz" lIns="0" tIns="0" rIns="0" bIns="0" rtlCol="0" anchor="t">
            <a:noAutofit/>
          </a:bodyPr>
          <a:lstStyle>
            <a:lvl1pPr algn="l" defTabSz="914296" rtl="0" eaLnBrk="1" latinLnBrk="0" hangingPunct="1">
              <a:spcBef>
                <a:spcPct val="0"/>
              </a:spcBef>
              <a:buNone/>
              <a:defRPr sz="2800" b="1" kern="1200">
                <a:solidFill>
                  <a:schemeClr val="tx1"/>
                </a:solidFill>
                <a:latin typeface="+mj-lt"/>
                <a:ea typeface="+mj-ea"/>
                <a:cs typeface="+mj-cs"/>
              </a:defRPr>
            </a:lvl1pPr>
          </a:lstStyle>
          <a:p>
            <a:r>
              <a:rPr lang="en-US" sz="2400" dirty="0" smtClean="0">
                <a:solidFill>
                  <a:srgbClr val="C00000"/>
                </a:solidFill>
              </a:rPr>
              <a:t>Results</a:t>
            </a:r>
            <a:endParaRPr lang="en-US" sz="2400" dirty="0">
              <a:solidFill>
                <a:srgbClr val="C00000"/>
              </a:solidFill>
            </a:endParaRPr>
          </a:p>
        </p:txBody>
      </p:sp>
      <p:graphicFrame>
        <p:nvGraphicFramePr>
          <p:cNvPr id="9" name="Tabelle 8"/>
          <p:cNvGraphicFramePr>
            <a:graphicFrameLocks noGrp="1"/>
          </p:cNvGraphicFramePr>
          <p:nvPr>
            <p:extLst>
              <p:ext uri="{D42A27DB-BD31-4B8C-83A1-F6EECF244321}">
                <p14:modId xmlns:p14="http://schemas.microsoft.com/office/powerpoint/2010/main" val="3319179370"/>
              </p:ext>
            </p:extLst>
          </p:nvPr>
        </p:nvGraphicFramePr>
        <p:xfrm>
          <a:off x="251520" y="780257"/>
          <a:ext cx="5328592" cy="4333240"/>
        </p:xfrm>
        <a:graphic>
          <a:graphicData uri="http://schemas.openxmlformats.org/drawingml/2006/table">
            <a:tbl>
              <a:tblPr firstRow="1" bandRow="1">
                <a:tableStyleId>{5C22544A-7EE6-4342-B048-85BDC9FD1C3A}</a:tableStyleId>
              </a:tblPr>
              <a:tblGrid>
                <a:gridCol w="1944216"/>
                <a:gridCol w="864096"/>
                <a:gridCol w="720080"/>
                <a:gridCol w="636485"/>
                <a:gridCol w="1163715"/>
              </a:tblGrid>
              <a:tr h="370840">
                <a:tc>
                  <a:txBody>
                    <a:bodyPr/>
                    <a:lstStyle/>
                    <a:p>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Chip </a:t>
                      </a:r>
                      <a:r>
                        <a:rPr lang="de-CH" sz="1000" dirty="0" err="1" smtClean="0"/>
                        <a:t>area</a:t>
                      </a:r>
                      <a:r>
                        <a:rPr lang="de-CH" sz="1000" dirty="0" smtClean="0"/>
                        <a:t> [mm^2]</a:t>
                      </a:r>
                    </a:p>
                    <a:p>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err="1" smtClean="0"/>
                        <a:t>RthJF</a:t>
                      </a:r>
                      <a:endParaRPr lang="de-CH" sz="1000" dirty="0" smtClean="0"/>
                    </a:p>
                    <a:p>
                      <a:r>
                        <a:rPr lang="de-CH" sz="1000" dirty="0" smtClean="0"/>
                        <a:t>[K/W]</a:t>
                      </a:r>
                    </a:p>
                  </a:txBody>
                  <a:tcPr/>
                </a:tc>
                <a:tc>
                  <a:txBody>
                    <a:bodyPr/>
                    <a:lstStyle/>
                    <a:p>
                      <a:r>
                        <a:rPr lang="de-CH" sz="1000" dirty="0" err="1" smtClean="0"/>
                        <a:t>RthCF</a:t>
                      </a:r>
                      <a:endParaRPr lang="de-CH" sz="1000" dirty="0" smtClean="0"/>
                    </a:p>
                    <a:p>
                      <a:r>
                        <a:rPr lang="de-CH" sz="1000" dirty="0" smtClean="0"/>
                        <a:t>[K/W]</a:t>
                      </a:r>
                      <a:endParaRPr lang="de-CH" sz="1000" dirty="0"/>
                    </a:p>
                  </a:txBody>
                  <a:tcPr/>
                </a:tc>
                <a:tc>
                  <a:txBody>
                    <a:bodyPr/>
                    <a:lstStyle/>
                    <a:p>
                      <a:r>
                        <a:rPr lang="de-CH" sz="1000" dirty="0" err="1" smtClean="0"/>
                        <a:t>RthJF</a:t>
                      </a:r>
                      <a:r>
                        <a:rPr lang="de-CH" sz="1000" dirty="0" smtClean="0"/>
                        <a:t> x </a:t>
                      </a:r>
                      <a:r>
                        <a:rPr lang="de-CH" sz="1000" dirty="0" err="1" smtClean="0"/>
                        <a:t>chip</a:t>
                      </a:r>
                      <a:r>
                        <a:rPr lang="de-CH" sz="1000" baseline="0" dirty="0" smtClean="0"/>
                        <a:t> </a:t>
                      </a:r>
                      <a:r>
                        <a:rPr lang="de-CH" sz="1000" baseline="0" dirty="0" err="1" smtClean="0"/>
                        <a:t>area</a:t>
                      </a:r>
                      <a:endParaRPr lang="de-CH" sz="1000" baseline="0" dirty="0" smtClean="0"/>
                    </a:p>
                    <a:p>
                      <a:r>
                        <a:rPr lang="de-CH" sz="1000" baseline="0" dirty="0" smtClean="0"/>
                        <a:t>[K*mm^2/W]</a:t>
                      </a:r>
                      <a:endParaRPr lang="de-CH" sz="1000" dirty="0"/>
                    </a:p>
                  </a:txBody>
                  <a:tcPr/>
                </a:tc>
              </a:tr>
              <a:tr h="370840">
                <a:tc>
                  <a:txBody>
                    <a:bodyPr/>
                    <a:lstStyle/>
                    <a:p>
                      <a:r>
                        <a:rPr lang="en-US" sz="1000" dirty="0" smtClean="0">
                          <a:solidFill>
                            <a:srgbClr val="000000"/>
                          </a:solidFill>
                        </a:rPr>
                        <a:t>TO-247 with </a:t>
                      </a:r>
                      <a:r>
                        <a:rPr lang="en-US" sz="1000" dirty="0" err="1" smtClean="0">
                          <a:solidFill>
                            <a:srgbClr val="000000"/>
                          </a:solidFill>
                        </a:rPr>
                        <a:t>Tgard</a:t>
                      </a:r>
                      <a:r>
                        <a:rPr lang="en-US" sz="1000" dirty="0" smtClean="0">
                          <a:solidFill>
                            <a:srgbClr val="000000"/>
                          </a:solidFill>
                        </a:rPr>
                        <a:t> TNC-4</a:t>
                      </a:r>
                      <a:endParaRPr lang="de-CH" sz="1000" dirty="0"/>
                    </a:p>
                  </a:txBody>
                  <a:tcPr/>
                </a:tc>
                <a:tc>
                  <a:txBody>
                    <a:bodyPr/>
                    <a:lstStyle/>
                    <a:p>
                      <a:r>
                        <a:rPr lang="de-CH" sz="1000" dirty="0" smtClean="0"/>
                        <a:t>39</a:t>
                      </a:r>
                      <a:endParaRPr lang="de-CH" sz="1000" dirty="0"/>
                    </a:p>
                  </a:txBody>
                  <a:tcPr/>
                </a:tc>
                <a:tc>
                  <a:txBody>
                    <a:bodyPr/>
                    <a:lstStyle/>
                    <a:p>
                      <a:r>
                        <a:rPr lang="de-CH" sz="1000" dirty="0" smtClean="0"/>
                        <a:t>2.01</a:t>
                      </a:r>
                      <a:endParaRPr lang="de-CH" sz="1000" dirty="0"/>
                    </a:p>
                  </a:txBody>
                  <a:tcPr/>
                </a:tc>
                <a:tc>
                  <a:txBody>
                    <a:bodyPr/>
                    <a:lstStyle/>
                    <a:p>
                      <a:r>
                        <a:rPr lang="de-CH" sz="1000" dirty="0" smtClean="0"/>
                        <a:t>1.66</a:t>
                      </a:r>
                      <a:endParaRPr lang="de-CH" sz="1000" dirty="0"/>
                    </a:p>
                  </a:txBody>
                  <a:tcPr/>
                </a:tc>
                <a:tc>
                  <a:txBody>
                    <a:bodyPr/>
                    <a:lstStyle/>
                    <a:p>
                      <a:r>
                        <a:rPr lang="de-CH" sz="1000" dirty="0" smtClean="0"/>
                        <a:t>78</a:t>
                      </a:r>
                      <a:endParaRPr lang="de-CH" sz="1000" dirty="0"/>
                    </a:p>
                  </a:txBody>
                  <a:tcPr/>
                </a:tc>
              </a:tr>
              <a:tr h="370840">
                <a:tc>
                  <a:txBody>
                    <a:bodyPr/>
                    <a:lstStyle/>
                    <a:p>
                      <a:r>
                        <a:rPr lang="en-US" sz="1000" dirty="0" smtClean="0">
                          <a:solidFill>
                            <a:srgbClr val="000000"/>
                          </a:solidFill>
                        </a:rPr>
                        <a:t>TO-247 with </a:t>
                      </a:r>
                      <a:r>
                        <a:rPr lang="de-CH" sz="1000" dirty="0" err="1" smtClean="0"/>
                        <a:t>Keratherm</a:t>
                      </a:r>
                      <a:r>
                        <a:rPr lang="de-CH" sz="1000" dirty="0" smtClean="0"/>
                        <a:t> U90</a:t>
                      </a:r>
                      <a:endParaRPr lang="de-CH" sz="1000" dirty="0"/>
                    </a:p>
                  </a:txBody>
                  <a:tcPr/>
                </a:tc>
                <a:tc>
                  <a:txBody>
                    <a:bodyPr/>
                    <a:lstStyle/>
                    <a:p>
                      <a:r>
                        <a:rPr lang="de-CH" sz="1000" dirty="0" smtClean="0"/>
                        <a:t>39</a:t>
                      </a:r>
                      <a:endParaRPr lang="de-CH" sz="1000" dirty="0"/>
                    </a:p>
                  </a:txBody>
                  <a:tcPr/>
                </a:tc>
                <a:tc>
                  <a:txBody>
                    <a:bodyPr/>
                    <a:lstStyle/>
                    <a:p>
                      <a:r>
                        <a:rPr lang="de-CH" sz="1000" dirty="0" smtClean="0"/>
                        <a:t>0.86</a:t>
                      </a:r>
                      <a:endParaRPr lang="de-CH" sz="1000" dirty="0"/>
                    </a:p>
                  </a:txBody>
                  <a:tcPr/>
                </a:tc>
                <a:tc>
                  <a:txBody>
                    <a:bodyPr/>
                    <a:lstStyle/>
                    <a:p>
                      <a:r>
                        <a:rPr lang="de-CH" sz="1000" dirty="0" smtClean="0"/>
                        <a:t>0.51</a:t>
                      </a:r>
                      <a:endParaRPr lang="de-CH" sz="1000" dirty="0"/>
                    </a:p>
                  </a:txBody>
                  <a:tcPr/>
                </a:tc>
                <a:tc>
                  <a:txBody>
                    <a:bodyPr/>
                    <a:lstStyle/>
                    <a:p>
                      <a:r>
                        <a:rPr lang="de-CH" sz="1000" dirty="0" smtClean="0"/>
                        <a:t>34</a:t>
                      </a:r>
                      <a:endParaRPr lang="de-CH" sz="1000" dirty="0"/>
                    </a:p>
                  </a:txBody>
                  <a:tcPr/>
                </a:tc>
              </a:tr>
              <a:tr h="370840">
                <a:tc>
                  <a:txBody>
                    <a:bodyPr/>
                    <a:lstStyle/>
                    <a:p>
                      <a:r>
                        <a:rPr lang="en-US" sz="1000" dirty="0" smtClean="0">
                          <a:solidFill>
                            <a:srgbClr val="000000"/>
                          </a:solidFill>
                        </a:rPr>
                        <a:t>Super247 with </a:t>
                      </a:r>
                      <a:r>
                        <a:rPr lang="en-US" sz="1000" dirty="0" err="1" smtClean="0">
                          <a:solidFill>
                            <a:srgbClr val="000000"/>
                          </a:solidFill>
                        </a:rPr>
                        <a:t>Tgard</a:t>
                      </a:r>
                      <a:r>
                        <a:rPr lang="en-US" sz="1000" dirty="0" smtClean="0">
                          <a:solidFill>
                            <a:srgbClr val="000000"/>
                          </a:solidFill>
                        </a:rPr>
                        <a:t> TNC-4</a:t>
                      </a:r>
                      <a:endParaRPr lang="de-CH" sz="1000" dirty="0"/>
                    </a:p>
                  </a:txBody>
                  <a:tcPr/>
                </a:tc>
                <a:tc>
                  <a:txBody>
                    <a:bodyPr/>
                    <a:lstStyle/>
                    <a:p>
                      <a:r>
                        <a:rPr lang="de-CH" sz="1000" dirty="0" smtClean="0"/>
                        <a:t>66</a:t>
                      </a:r>
                      <a:endParaRPr lang="de-CH" sz="1000" dirty="0"/>
                    </a:p>
                  </a:txBody>
                  <a:tcPr/>
                </a:tc>
                <a:tc>
                  <a:txBody>
                    <a:bodyPr/>
                    <a:lstStyle/>
                    <a:p>
                      <a:r>
                        <a:rPr lang="de-CH" sz="1000" dirty="0" smtClean="0"/>
                        <a:t>1.48</a:t>
                      </a:r>
                      <a:endParaRPr lang="de-CH" sz="1000" dirty="0"/>
                    </a:p>
                  </a:txBody>
                  <a:tcPr/>
                </a:tc>
                <a:tc>
                  <a:txBody>
                    <a:bodyPr/>
                    <a:lstStyle/>
                    <a:p>
                      <a:r>
                        <a:rPr lang="de-CH" sz="1000" dirty="0" smtClean="0"/>
                        <a:t>1.28</a:t>
                      </a:r>
                      <a:endParaRPr lang="de-CH" sz="1000" dirty="0"/>
                    </a:p>
                  </a:txBody>
                  <a:tcPr/>
                </a:tc>
                <a:tc>
                  <a:txBody>
                    <a:bodyPr/>
                    <a:lstStyle/>
                    <a:p>
                      <a:r>
                        <a:rPr lang="de-CH" sz="1000" dirty="0" smtClean="0"/>
                        <a:t>98</a:t>
                      </a:r>
                      <a:endParaRPr lang="de-CH" sz="1000" dirty="0"/>
                    </a:p>
                  </a:txBody>
                  <a:tcPr/>
                </a:tc>
              </a:tr>
              <a:tr h="370840">
                <a:tc>
                  <a:txBody>
                    <a:bodyPr/>
                    <a:lstStyle/>
                    <a:p>
                      <a:r>
                        <a:rPr lang="en-US" sz="1000" dirty="0" smtClean="0">
                          <a:solidFill>
                            <a:srgbClr val="000000"/>
                          </a:solidFill>
                        </a:rPr>
                        <a:t>Super247 with </a:t>
                      </a:r>
                      <a:r>
                        <a:rPr lang="de-CH" sz="1000" dirty="0" err="1" smtClean="0"/>
                        <a:t>Keratherm</a:t>
                      </a:r>
                      <a:r>
                        <a:rPr lang="de-CH" sz="1000" dirty="0" smtClean="0"/>
                        <a:t> U90</a:t>
                      </a:r>
                      <a:endParaRPr lang="de-CH" sz="1000" dirty="0"/>
                    </a:p>
                  </a:txBody>
                  <a:tcPr/>
                </a:tc>
                <a:tc>
                  <a:txBody>
                    <a:bodyPr/>
                    <a:lstStyle/>
                    <a:p>
                      <a:r>
                        <a:rPr lang="de-CH" sz="1000" dirty="0" smtClean="0"/>
                        <a:t>66</a:t>
                      </a:r>
                      <a:endParaRPr lang="de-CH" sz="1000" dirty="0"/>
                    </a:p>
                  </a:txBody>
                  <a:tcPr/>
                </a:tc>
                <a:tc>
                  <a:txBody>
                    <a:bodyPr/>
                    <a:lstStyle/>
                    <a:p>
                      <a:r>
                        <a:rPr lang="de-CH" sz="1000" dirty="0" smtClean="0"/>
                        <a:t>0.63</a:t>
                      </a:r>
                      <a:endParaRPr lang="de-CH" sz="1000" dirty="0"/>
                    </a:p>
                  </a:txBody>
                  <a:tcPr/>
                </a:tc>
                <a:tc>
                  <a:txBody>
                    <a:bodyPr/>
                    <a:lstStyle/>
                    <a:p>
                      <a:r>
                        <a:rPr lang="de-CH" sz="1000" dirty="0" smtClean="0"/>
                        <a:t>0.43</a:t>
                      </a:r>
                      <a:endParaRPr lang="de-CH" sz="1000" dirty="0"/>
                    </a:p>
                  </a:txBody>
                  <a:tcPr/>
                </a:tc>
                <a:tc>
                  <a:txBody>
                    <a:bodyPr/>
                    <a:lstStyle/>
                    <a:p>
                      <a:r>
                        <a:rPr lang="de-CH" sz="1000" dirty="0" smtClean="0"/>
                        <a:t>42</a:t>
                      </a:r>
                      <a:endParaRPr lang="de-CH" sz="1000" dirty="0"/>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with</a:t>
                      </a:r>
                      <a:r>
                        <a:rPr lang="de-CH" sz="1000" dirty="0" smtClean="0"/>
                        <a:t> </a:t>
                      </a:r>
                      <a:r>
                        <a:rPr lang="de-CH" sz="1000" dirty="0" err="1" smtClean="0"/>
                        <a:t>paste</a:t>
                      </a:r>
                      <a:endParaRPr lang="de-CH" sz="1000" dirty="0" smtClean="0"/>
                    </a:p>
                  </a:txBody>
                  <a:tcPr/>
                </a:tc>
                <a:tc>
                  <a:txBody>
                    <a:bodyPr/>
                    <a:lstStyle/>
                    <a:p>
                      <a:r>
                        <a:rPr lang="de-CH" sz="1000" dirty="0" smtClean="0"/>
                        <a:t>100</a:t>
                      </a:r>
                      <a:endParaRPr lang="de-CH" sz="1000" dirty="0"/>
                    </a:p>
                  </a:txBody>
                  <a:tcPr/>
                </a:tc>
                <a:tc>
                  <a:txBody>
                    <a:bodyPr/>
                    <a:lstStyle/>
                    <a:p>
                      <a:r>
                        <a:rPr lang="de-CH" sz="1000" dirty="0" smtClean="0"/>
                        <a:t>0.59</a:t>
                      </a:r>
                      <a:endParaRPr lang="de-CH" sz="1000" dirty="0"/>
                    </a:p>
                  </a:txBody>
                  <a:tcPr/>
                </a:tc>
                <a:tc>
                  <a:txBody>
                    <a:bodyPr/>
                    <a:lstStyle/>
                    <a:p>
                      <a:r>
                        <a:rPr lang="de-CH" sz="1000" dirty="0" smtClean="0"/>
                        <a:t>NA</a:t>
                      </a:r>
                      <a:endParaRPr lang="de-CH" sz="1000" dirty="0"/>
                    </a:p>
                  </a:txBody>
                  <a:tcPr/>
                </a:tc>
                <a:tc>
                  <a:txBody>
                    <a:bodyPr/>
                    <a:lstStyle/>
                    <a:p>
                      <a:r>
                        <a:rPr lang="de-CH" sz="1000" dirty="0" smtClean="0"/>
                        <a:t>59</a:t>
                      </a:r>
                      <a:endParaRPr lang="de-CH" sz="1000" dirty="0"/>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with</a:t>
                      </a:r>
                      <a:r>
                        <a:rPr lang="de-CH" sz="1000" dirty="0" smtClean="0"/>
                        <a:t> </a:t>
                      </a:r>
                      <a:r>
                        <a:rPr lang="de-CH" sz="1000" dirty="0" err="1" smtClean="0"/>
                        <a:t>paste</a:t>
                      </a:r>
                      <a:endParaRPr lang="de-CH" sz="1000" dirty="0" smtClean="0"/>
                    </a:p>
                  </a:txBody>
                  <a:tcPr/>
                </a:tc>
                <a:tc>
                  <a:txBody>
                    <a:bodyPr/>
                    <a:lstStyle/>
                    <a:p>
                      <a:r>
                        <a:rPr lang="de-CH" sz="1000" dirty="0" smtClean="0"/>
                        <a:t>66</a:t>
                      </a:r>
                      <a:endParaRPr lang="de-CH" sz="1000" dirty="0"/>
                    </a:p>
                  </a:txBody>
                  <a:tcPr/>
                </a:tc>
                <a:tc>
                  <a:txBody>
                    <a:bodyPr/>
                    <a:lstStyle/>
                    <a:p>
                      <a:r>
                        <a:rPr lang="de-CH" sz="1000" dirty="0" smtClean="0"/>
                        <a:t>0.71</a:t>
                      </a:r>
                      <a:endParaRPr lang="de-CH" sz="1000" dirty="0"/>
                    </a:p>
                  </a:txBody>
                  <a:tcPr/>
                </a:tc>
                <a:tc>
                  <a:txBody>
                    <a:bodyPr/>
                    <a:lstStyle/>
                    <a:p>
                      <a:r>
                        <a:rPr lang="de-CH" sz="1000" dirty="0" smtClean="0"/>
                        <a:t>NA</a:t>
                      </a:r>
                      <a:endParaRPr lang="de-CH" sz="1000" dirty="0"/>
                    </a:p>
                  </a:txBody>
                  <a:tcPr/>
                </a:tc>
                <a:tc>
                  <a:txBody>
                    <a:bodyPr/>
                    <a:lstStyle/>
                    <a:p>
                      <a:r>
                        <a:rPr lang="de-CH" sz="1000" dirty="0" smtClean="0"/>
                        <a:t>47</a:t>
                      </a:r>
                      <a:endParaRPr lang="de-CH" sz="1000" dirty="0"/>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with</a:t>
                      </a:r>
                      <a:r>
                        <a:rPr lang="de-CH" sz="1000" dirty="0" smtClean="0"/>
                        <a:t> </a:t>
                      </a:r>
                      <a:r>
                        <a:rPr lang="de-CH" sz="1000" dirty="0" err="1" smtClean="0"/>
                        <a:t>paste</a:t>
                      </a:r>
                      <a:endParaRPr lang="de-CH" sz="1000" dirty="0" smtClean="0"/>
                    </a:p>
                  </a:txBody>
                  <a:tcPr/>
                </a:tc>
                <a:tc>
                  <a:txBody>
                    <a:bodyPr/>
                    <a:lstStyle/>
                    <a:p>
                      <a:r>
                        <a:rPr lang="de-CH" sz="1000" dirty="0" smtClean="0"/>
                        <a:t>39</a:t>
                      </a:r>
                      <a:endParaRPr lang="de-CH" sz="1000" dirty="0"/>
                    </a:p>
                  </a:txBody>
                  <a:tcPr/>
                </a:tc>
                <a:tc>
                  <a:txBody>
                    <a:bodyPr/>
                    <a:lstStyle/>
                    <a:p>
                      <a:r>
                        <a:rPr lang="de-CH" sz="1000" dirty="0" smtClean="0"/>
                        <a:t>0.95</a:t>
                      </a:r>
                      <a:endParaRPr lang="de-CH" sz="1000" dirty="0"/>
                    </a:p>
                  </a:txBody>
                  <a:tcPr/>
                </a:tc>
                <a:tc>
                  <a:txBody>
                    <a:bodyPr/>
                    <a:lstStyle/>
                    <a:p>
                      <a:r>
                        <a:rPr lang="de-CH" sz="1000" dirty="0" smtClean="0"/>
                        <a:t>NA</a:t>
                      </a:r>
                      <a:endParaRPr lang="de-CH" sz="1000" dirty="0" smtClean="0"/>
                    </a:p>
                  </a:txBody>
                  <a:tcPr/>
                </a:tc>
                <a:tc>
                  <a:txBody>
                    <a:bodyPr/>
                    <a:lstStyle/>
                    <a:p>
                      <a:r>
                        <a:rPr lang="de-CH" sz="1000" dirty="0" smtClean="0"/>
                        <a:t>37</a:t>
                      </a:r>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directly</a:t>
                      </a:r>
                      <a:r>
                        <a:rPr lang="de-CH" sz="1000" dirty="0" smtClean="0"/>
                        <a:t> </a:t>
                      </a:r>
                      <a:r>
                        <a:rPr lang="de-CH" sz="1000" dirty="0" err="1" smtClean="0"/>
                        <a:t>bonded</a:t>
                      </a:r>
                      <a:r>
                        <a:rPr lang="de-CH" sz="1000" dirty="0" smtClean="0"/>
                        <a:t> </a:t>
                      </a:r>
                      <a:r>
                        <a:rPr lang="de-CH" sz="1000" dirty="0" err="1" smtClean="0"/>
                        <a:t>to</a:t>
                      </a:r>
                      <a:r>
                        <a:rPr lang="de-CH" sz="1000" dirty="0" smtClean="0"/>
                        <a:t> </a:t>
                      </a:r>
                      <a:r>
                        <a:rPr lang="de-CH" sz="1000" dirty="0" err="1" smtClean="0"/>
                        <a:t>heatsink</a:t>
                      </a:r>
                      <a:endParaRPr lang="de-CH" sz="1000" dirty="0" smtClean="0"/>
                    </a:p>
                  </a:txBody>
                  <a:tcPr/>
                </a:tc>
                <a:tc>
                  <a:txBody>
                    <a:bodyPr/>
                    <a:lstStyle/>
                    <a:p>
                      <a:r>
                        <a:rPr lang="de-CH" sz="1000" dirty="0" smtClean="0"/>
                        <a:t>100</a:t>
                      </a:r>
                      <a:endParaRPr lang="de-CH" sz="1000" dirty="0"/>
                    </a:p>
                  </a:txBody>
                  <a:tcPr/>
                </a:tc>
                <a:tc>
                  <a:txBody>
                    <a:bodyPr/>
                    <a:lstStyle/>
                    <a:p>
                      <a:r>
                        <a:rPr lang="de-CH" sz="1000" dirty="0" smtClean="0"/>
                        <a:t>0.46</a:t>
                      </a:r>
                      <a:endParaRPr lang="de-CH" sz="1000" dirty="0"/>
                    </a:p>
                  </a:txBody>
                  <a:tcPr/>
                </a:tc>
                <a:tc>
                  <a:txBody>
                    <a:bodyPr/>
                    <a:lstStyle/>
                    <a:p>
                      <a:r>
                        <a:rPr lang="de-CH" sz="1000" dirty="0" smtClean="0"/>
                        <a:t>NA</a:t>
                      </a:r>
                      <a:endParaRPr lang="de-CH" sz="1000" dirty="0" smtClean="0"/>
                    </a:p>
                  </a:txBody>
                  <a:tcPr/>
                </a:tc>
                <a:tc>
                  <a:txBody>
                    <a:bodyPr/>
                    <a:lstStyle/>
                    <a:p>
                      <a:r>
                        <a:rPr lang="de-CH" sz="1000" dirty="0" smtClean="0"/>
                        <a:t>46</a:t>
                      </a:r>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directly</a:t>
                      </a:r>
                      <a:r>
                        <a:rPr lang="de-CH" sz="1000" dirty="0" smtClean="0"/>
                        <a:t> </a:t>
                      </a:r>
                      <a:r>
                        <a:rPr lang="de-CH" sz="1000" dirty="0" err="1" smtClean="0"/>
                        <a:t>bonded</a:t>
                      </a:r>
                      <a:r>
                        <a:rPr lang="de-CH" sz="1000" dirty="0" smtClean="0"/>
                        <a:t> </a:t>
                      </a:r>
                      <a:r>
                        <a:rPr lang="de-CH" sz="1000" dirty="0" err="1" smtClean="0"/>
                        <a:t>to</a:t>
                      </a:r>
                      <a:r>
                        <a:rPr lang="de-CH" sz="1000" dirty="0" smtClean="0"/>
                        <a:t> </a:t>
                      </a:r>
                      <a:r>
                        <a:rPr lang="de-CH" sz="1000" dirty="0" err="1" smtClean="0"/>
                        <a:t>heatsink</a:t>
                      </a:r>
                      <a:endParaRPr lang="de-CH" sz="1000" dirty="0" smtClean="0"/>
                    </a:p>
                  </a:txBody>
                  <a:tcPr/>
                </a:tc>
                <a:tc>
                  <a:txBody>
                    <a:bodyPr/>
                    <a:lstStyle/>
                    <a:p>
                      <a:r>
                        <a:rPr lang="de-CH" sz="1000" dirty="0" smtClean="0"/>
                        <a:t>66</a:t>
                      </a:r>
                      <a:endParaRPr lang="de-CH" sz="1000" dirty="0"/>
                    </a:p>
                  </a:txBody>
                  <a:tcPr/>
                </a:tc>
                <a:tc>
                  <a:txBody>
                    <a:bodyPr/>
                    <a:lstStyle/>
                    <a:p>
                      <a:r>
                        <a:rPr lang="de-CH" sz="1000" dirty="0" smtClean="0"/>
                        <a:t>0.59</a:t>
                      </a:r>
                      <a:endParaRPr lang="de-CH" sz="1000" dirty="0"/>
                    </a:p>
                  </a:txBody>
                  <a:tcPr/>
                </a:tc>
                <a:tc>
                  <a:txBody>
                    <a:bodyPr/>
                    <a:lstStyle/>
                    <a:p>
                      <a:r>
                        <a:rPr lang="de-CH" sz="1000" dirty="0" smtClean="0"/>
                        <a:t>NA</a:t>
                      </a:r>
                      <a:endParaRPr lang="de-CH" sz="1000" dirty="0"/>
                    </a:p>
                  </a:txBody>
                  <a:tcPr/>
                </a:tc>
                <a:tc>
                  <a:txBody>
                    <a:bodyPr/>
                    <a:lstStyle/>
                    <a:p>
                      <a:r>
                        <a:rPr lang="de-CH" sz="1000" dirty="0" smtClean="0"/>
                        <a:t>39</a:t>
                      </a:r>
                      <a:endParaRPr lang="de-CH" sz="1000" dirty="0"/>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directly</a:t>
                      </a:r>
                      <a:r>
                        <a:rPr lang="de-CH" sz="1000" dirty="0" smtClean="0"/>
                        <a:t> </a:t>
                      </a:r>
                      <a:r>
                        <a:rPr lang="de-CH" sz="1000" dirty="0" err="1" smtClean="0"/>
                        <a:t>bonded</a:t>
                      </a:r>
                      <a:r>
                        <a:rPr lang="de-CH" sz="1000" dirty="0" smtClean="0"/>
                        <a:t> </a:t>
                      </a:r>
                      <a:r>
                        <a:rPr lang="de-CH" sz="1000" dirty="0" err="1" smtClean="0"/>
                        <a:t>to</a:t>
                      </a:r>
                      <a:r>
                        <a:rPr lang="de-CH" sz="1000" dirty="0" smtClean="0"/>
                        <a:t> </a:t>
                      </a:r>
                      <a:r>
                        <a:rPr lang="de-CH" sz="1000" dirty="0" err="1" smtClean="0"/>
                        <a:t>heatsink</a:t>
                      </a:r>
                      <a:endParaRPr lang="de-CH" sz="1000" dirty="0" smtClean="0"/>
                    </a:p>
                  </a:txBody>
                  <a:tcPr/>
                </a:tc>
                <a:tc>
                  <a:txBody>
                    <a:bodyPr/>
                    <a:lstStyle/>
                    <a:p>
                      <a:r>
                        <a:rPr lang="de-CH" sz="1000" dirty="0" smtClean="0"/>
                        <a:t>39</a:t>
                      </a:r>
                      <a:endParaRPr lang="de-CH" sz="1000" dirty="0"/>
                    </a:p>
                  </a:txBody>
                  <a:tcPr/>
                </a:tc>
                <a:tc>
                  <a:txBody>
                    <a:bodyPr/>
                    <a:lstStyle/>
                    <a:p>
                      <a:r>
                        <a:rPr lang="de-CH" sz="1000" dirty="0" smtClean="0"/>
                        <a:t>0.81</a:t>
                      </a:r>
                      <a:endParaRPr lang="de-CH" sz="1000" dirty="0"/>
                    </a:p>
                  </a:txBody>
                  <a:tcPr/>
                </a:tc>
                <a:tc>
                  <a:txBody>
                    <a:bodyPr/>
                    <a:lstStyle/>
                    <a:p>
                      <a:r>
                        <a:rPr lang="de-CH" sz="1000" dirty="0" smtClean="0"/>
                        <a:t>NA</a:t>
                      </a:r>
                      <a:endParaRPr lang="de-CH" sz="1000" dirty="0"/>
                    </a:p>
                  </a:txBody>
                  <a:tcPr/>
                </a:tc>
                <a:tc>
                  <a:txBody>
                    <a:bodyPr/>
                    <a:lstStyle/>
                    <a:p>
                      <a:r>
                        <a:rPr lang="de-CH" sz="1000" dirty="0" smtClean="0"/>
                        <a:t>32</a:t>
                      </a:r>
                      <a:endParaRPr lang="de-CH" sz="1000" dirty="0"/>
                    </a:p>
                  </a:txBody>
                  <a:tcPr/>
                </a:tc>
              </a:tr>
            </a:tbl>
          </a:graphicData>
        </a:graphic>
      </p:graphicFrame>
      <p:pic>
        <p:nvPicPr>
          <p:cNvPr id="1026" name="Picture 2" descr="W:\Technology\Functions\Thermal\Report\rThXare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0918" y="1340768"/>
            <a:ext cx="3159535" cy="2369651"/>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5868144" y="3789040"/>
            <a:ext cx="3096344" cy="707886"/>
          </a:xfrm>
          <a:prstGeom prst="rect">
            <a:avLst/>
          </a:prstGeom>
          <a:noFill/>
        </p:spPr>
        <p:txBody>
          <a:bodyPr wrap="square" rtlCol="0">
            <a:spAutoFit/>
          </a:bodyPr>
          <a:lstStyle/>
          <a:p>
            <a:r>
              <a:rPr lang="de-CH" sz="1000" dirty="0" err="1" smtClean="0"/>
              <a:t>Dependency</a:t>
            </a:r>
            <a:r>
              <a:rPr lang="de-CH" sz="1000" dirty="0" smtClean="0"/>
              <a:t> </a:t>
            </a:r>
            <a:r>
              <a:rPr lang="de-CH" sz="1000" dirty="0" err="1" smtClean="0"/>
              <a:t>of</a:t>
            </a:r>
            <a:r>
              <a:rPr lang="de-CH" sz="1000" dirty="0" smtClean="0"/>
              <a:t> thermal insulance </a:t>
            </a:r>
            <a:r>
              <a:rPr lang="de-CH" sz="1000" dirty="0" err="1" smtClean="0"/>
              <a:t>of</a:t>
            </a:r>
            <a:r>
              <a:rPr lang="de-CH" sz="1000" dirty="0" smtClean="0"/>
              <a:t> </a:t>
            </a:r>
            <a:r>
              <a:rPr lang="de-CH" sz="1000" dirty="0" err="1" smtClean="0"/>
              <a:t>chip</a:t>
            </a:r>
            <a:r>
              <a:rPr lang="de-CH" sz="1000" dirty="0" smtClean="0"/>
              <a:t> </a:t>
            </a:r>
            <a:r>
              <a:rPr lang="de-CH" sz="1000" dirty="0" err="1" smtClean="0"/>
              <a:t>from</a:t>
            </a:r>
            <a:r>
              <a:rPr lang="de-CH" sz="1000" dirty="0" smtClean="0"/>
              <a:t> </a:t>
            </a:r>
            <a:r>
              <a:rPr lang="de-CH" sz="1000" dirty="0" err="1" smtClean="0"/>
              <a:t>chip</a:t>
            </a:r>
            <a:r>
              <a:rPr lang="de-CH" sz="1000" dirty="0" smtClean="0"/>
              <a:t> </a:t>
            </a:r>
            <a:r>
              <a:rPr lang="de-CH" sz="1000" dirty="0" err="1" smtClean="0"/>
              <a:t>size</a:t>
            </a:r>
            <a:r>
              <a:rPr lang="de-CH" sz="1000" dirty="0" smtClean="0"/>
              <a:t>, </a:t>
            </a:r>
            <a:r>
              <a:rPr lang="de-CH" sz="1000" dirty="0" err="1" smtClean="0"/>
              <a:t>calculated</a:t>
            </a:r>
            <a:r>
              <a:rPr lang="de-CH" sz="1000" dirty="0" smtClean="0"/>
              <a:t> </a:t>
            </a:r>
            <a:r>
              <a:rPr lang="de-CH" sz="1000" dirty="0" err="1" smtClean="0"/>
              <a:t>for</a:t>
            </a:r>
            <a:r>
              <a:rPr lang="de-CH" sz="1000" dirty="0" smtClean="0"/>
              <a:t> </a:t>
            </a:r>
            <a:r>
              <a:rPr lang="de-CH" sz="1000" dirty="0" err="1" smtClean="0"/>
              <a:t>module</a:t>
            </a:r>
            <a:r>
              <a:rPr lang="de-CH" sz="1000" dirty="0" smtClean="0"/>
              <a:t> </a:t>
            </a:r>
            <a:r>
              <a:rPr lang="de-CH" sz="1000" dirty="0" err="1" smtClean="0"/>
              <a:t>with</a:t>
            </a:r>
            <a:r>
              <a:rPr lang="de-CH" sz="1000" dirty="0" smtClean="0"/>
              <a:t> </a:t>
            </a:r>
            <a:r>
              <a:rPr lang="de-CH" sz="1000" dirty="0" err="1" smtClean="0"/>
              <a:t>paste</a:t>
            </a:r>
            <a:r>
              <a:rPr lang="de-CH" sz="1000" dirty="0" smtClean="0"/>
              <a:t> (thermal insulance </a:t>
            </a:r>
            <a:r>
              <a:rPr lang="de-CH" sz="1000" dirty="0" err="1" smtClean="0"/>
              <a:t>increases</a:t>
            </a:r>
            <a:r>
              <a:rPr lang="de-CH" sz="1000" dirty="0" smtClean="0"/>
              <a:t> </a:t>
            </a:r>
            <a:r>
              <a:rPr lang="de-CH" sz="1000" dirty="0" err="1" smtClean="0"/>
              <a:t>for</a:t>
            </a:r>
            <a:r>
              <a:rPr lang="de-CH" sz="1000" dirty="0" smtClean="0"/>
              <a:t> large </a:t>
            </a:r>
            <a:r>
              <a:rPr lang="de-CH" sz="1000" dirty="0" err="1" smtClean="0"/>
              <a:t>chips</a:t>
            </a:r>
            <a:r>
              <a:rPr lang="de-CH" sz="1000" dirty="0" smtClean="0"/>
              <a:t>, </a:t>
            </a:r>
            <a:r>
              <a:rPr lang="de-CH" sz="1000" dirty="0" err="1" smtClean="0"/>
              <a:t>because</a:t>
            </a:r>
            <a:r>
              <a:rPr lang="de-CH" sz="1000" dirty="0" smtClean="0"/>
              <a:t> </a:t>
            </a:r>
            <a:r>
              <a:rPr lang="de-CH" sz="1000" dirty="0" err="1" smtClean="0"/>
              <a:t>of</a:t>
            </a:r>
            <a:r>
              <a:rPr lang="de-CH" sz="1000" dirty="0" smtClean="0"/>
              <a:t> </a:t>
            </a:r>
            <a:r>
              <a:rPr lang="de-CH" sz="1000" dirty="0" err="1" smtClean="0"/>
              <a:t>smaller</a:t>
            </a:r>
            <a:r>
              <a:rPr lang="de-CH" sz="1000" dirty="0" smtClean="0"/>
              <a:t> </a:t>
            </a:r>
            <a:r>
              <a:rPr lang="de-CH" sz="1000" dirty="0" err="1" smtClean="0"/>
              <a:t>influence</a:t>
            </a:r>
            <a:r>
              <a:rPr lang="de-CH" sz="1000" dirty="0" smtClean="0"/>
              <a:t> </a:t>
            </a:r>
            <a:r>
              <a:rPr lang="de-CH" sz="1000" dirty="0" err="1" smtClean="0"/>
              <a:t>of</a:t>
            </a:r>
            <a:r>
              <a:rPr lang="de-CH" sz="1000" dirty="0" smtClean="0"/>
              <a:t> </a:t>
            </a:r>
            <a:r>
              <a:rPr lang="de-CH" sz="1000" dirty="0" err="1" smtClean="0"/>
              <a:t>heat</a:t>
            </a:r>
            <a:r>
              <a:rPr lang="de-CH" sz="1000" dirty="0" smtClean="0"/>
              <a:t> </a:t>
            </a:r>
            <a:r>
              <a:rPr lang="de-CH" sz="1000" dirty="0" err="1" smtClean="0"/>
              <a:t>spreading</a:t>
            </a:r>
            <a:r>
              <a:rPr lang="de-CH" sz="1000" dirty="0" smtClean="0"/>
              <a:t> </a:t>
            </a:r>
            <a:r>
              <a:rPr lang="de-CH" sz="1000" dirty="0" err="1" smtClean="0"/>
              <a:t>for</a:t>
            </a:r>
            <a:r>
              <a:rPr lang="de-CH" sz="1000" dirty="0" smtClean="0"/>
              <a:t> large </a:t>
            </a:r>
            <a:r>
              <a:rPr lang="de-CH" sz="1000" dirty="0" err="1" smtClean="0"/>
              <a:t>chips</a:t>
            </a:r>
            <a:r>
              <a:rPr lang="de-CH" sz="1000" dirty="0" smtClean="0"/>
              <a:t>)</a:t>
            </a:r>
            <a:endParaRPr lang="de-CH" sz="1000" dirty="0"/>
          </a:p>
        </p:txBody>
      </p:sp>
      <p:sp>
        <p:nvSpPr>
          <p:cNvPr id="3" name="Textfeld 2"/>
          <p:cNvSpPr txBox="1"/>
          <p:nvPr/>
        </p:nvSpPr>
        <p:spPr>
          <a:xfrm>
            <a:off x="251520" y="5354632"/>
            <a:ext cx="4824536" cy="738664"/>
          </a:xfrm>
          <a:prstGeom prst="rect">
            <a:avLst/>
          </a:prstGeom>
          <a:noFill/>
        </p:spPr>
        <p:txBody>
          <a:bodyPr wrap="square" rtlCol="0">
            <a:spAutoFit/>
          </a:bodyPr>
          <a:lstStyle/>
          <a:p>
            <a:pPr fontAlgn="t"/>
            <a:r>
              <a:rPr lang="de-CH" sz="1400" dirty="0" err="1" smtClean="0"/>
              <a:t>For</a:t>
            </a:r>
            <a:r>
              <a:rPr lang="de-CH" sz="1400" dirty="0" smtClean="0"/>
              <a:t> </a:t>
            </a:r>
            <a:r>
              <a:rPr lang="de-CH" sz="1400" dirty="0" err="1" smtClean="0"/>
              <a:t>the</a:t>
            </a:r>
            <a:r>
              <a:rPr lang="de-CH" sz="1400" dirty="0" smtClean="0"/>
              <a:t> </a:t>
            </a:r>
            <a:r>
              <a:rPr lang="de-CH" sz="1400" dirty="0" err="1" smtClean="0"/>
              <a:t>modules</a:t>
            </a:r>
            <a:r>
              <a:rPr lang="de-CH" sz="1400" dirty="0" smtClean="0"/>
              <a:t>, </a:t>
            </a:r>
            <a:r>
              <a:rPr lang="de-CH" sz="1400" dirty="0" err="1" smtClean="0"/>
              <a:t>the</a:t>
            </a:r>
            <a:r>
              <a:rPr lang="de-CH" sz="1400" dirty="0" smtClean="0"/>
              <a:t> </a:t>
            </a:r>
            <a:r>
              <a:rPr lang="de-CH" sz="1400" dirty="0" err="1" smtClean="0"/>
              <a:t>available</a:t>
            </a:r>
            <a:r>
              <a:rPr lang="de-CH" sz="1400" dirty="0" smtClean="0"/>
              <a:t> </a:t>
            </a:r>
            <a:r>
              <a:rPr lang="de-CH" sz="1400" dirty="0" err="1" smtClean="0"/>
              <a:t>area</a:t>
            </a:r>
            <a:r>
              <a:rPr lang="de-CH" sz="1400" dirty="0" smtClean="0"/>
              <a:t> in </a:t>
            </a:r>
            <a:r>
              <a:rPr lang="de-CH" sz="1400" dirty="0" err="1" smtClean="0"/>
              <a:t>the</a:t>
            </a:r>
            <a:r>
              <a:rPr lang="de-CH" sz="1400" dirty="0" smtClean="0"/>
              <a:t> </a:t>
            </a:r>
            <a:r>
              <a:rPr lang="de-CH" sz="1400" dirty="0" err="1" smtClean="0"/>
              <a:t>first</a:t>
            </a:r>
            <a:r>
              <a:rPr lang="de-CH" sz="1400" dirty="0" smtClean="0"/>
              <a:t> </a:t>
            </a:r>
            <a:r>
              <a:rPr lang="de-CH" sz="1400" dirty="0" err="1" smtClean="0"/>
              <a:t>copper</a:t>
            </a:r>
            <a:r>
              <a:rPr lang="de-CH" sz="1400" dirty="0" smtClean="0"/>
              <a:t> </a:t>
            </a:r>
            <a:r>
              <a:rPr lang="de-CH" sz="1400" dirty="0" err="1" smtClean="0"/>
              <a:t>layer</a:t>
            </a:r>
            <a:r>
              <a:rPr lang="de-CH" sz="1400" dirty="0" smtClean="0"/>
              <a:t> </a:t>
            </a:r>
            <a:r>
              <a:rPr lang="de-CH" sz="1400" dirty="0" err="1" smtClean="0"/>
              <a:t>is</a:t>
            </a:r>
            <a:r>
              <a:rPr lang="de-CH" sz="1400" dirty="0" smtClean="0"/>
              <a:t> </a:t>
            </a:r>
            <a:r>
              <a:rPr lang="de-CH" sz="1400" dirty="0" err="1" smtClean="0"/>
              <a:t>set</a:t>
            </a:r>
            <a:r>
              <a:rPr lang="de-CH" sz="1400" dirty="0" smtClean="0"/>
              <a:t> </a:t>
            </a:r>
            <a:r>
              <a:rPr lang="de-CH" sz="1400" dirty="0" err="1" smtClean="0"/>
              <a:t>to</a:t>
            </a:r>
            <a:r>
              <a:rPr lang="de-CH" sz="1400" dirty="0" smtClean="0"/>
              <a:t> 150 mm^2, in </a:t>
            </a:r>
            <a:r>
              <a:rPr lang="de-CH" sz="1400" dirty="0" err="1" smtClean="0"/>
              <a:t>the</a:t>
            </a:r>
            <a:r>
              <a:rPr lang="de-CH" sz="1400" dirty="0" smtClean="0"/>
              <a:t> </a:t>
            </a:r>
            <a:r>
              <a:rPr lang="de-CH" sz="1400" dirty="0" err="1" smtClean="0"/>
              <a:t>second</a:t>
            </a:r>
            <a:r>
              <a:rPr lang="de-CH" sz="1400" dirty="0" smtClean="0"/>
              <a:t> </a:t>
            </a:r>
            <a:r>
              <a:rPr lang="de-CH" sz="1400" dirty="0" err="1" smtClean="0"/>
              <a:t>copper</a:t>
            </a:r>
            <a:r>
              <a:rPr lang="de-CH" sz="1400" dirty="0" smtClean="0"/>
              <a:t> </a:t>
            </a:r>
            <a:r>
              <a:rPr lang="de-CH" sz="1400" dirty="0" err="1" smtClean="0"/>
              <a:t>layer</a:t>
            </a:r>
            <a:r>
              <a:rPr lang="de-CH" sz="1400" dirty="0" smtClean="0"/>
              <a:t> </a:t>
            </a:r>
            <a:r>
              <a:rPr lang="de-CH" sz="1400" dirty="0" err="1" smtClean="0"/>
              <a:t>to</a:t>
            </a:r>
            <a:r>
              <a:rPr lang="de-CH" sz="1400" dirty="0" smtClean="0"/>
              <a:t> 200 mm^2 </a:t>
            </a:r>
            <a:r>
              <a:rPr lang="de-CH" sz="1400" dirty="0" err="1" smtClean="0"/>
              <a:t>and</a:t>
            </a:r>
            <a:r>
              <a:rPr lang="de-CH" sz="1400" dirty="0" smtClean="0"/>
              <a:t> on </a:t>
            </a:r>
            <a:r>
              <a:rPr lang="de-CH" sz="1400" dirty="0" err="1" smtClean="0"/>
              <a:t>the</a:t>
            </a:r>
            <a:r>
              <a:rPr lang="de-CH" sz="1400" dirty="0" smtClean="0"/>
              <a:t> </a:t>
            </a:r>
            <a:r>
              <a:rPr lang="de-CH" sz="1400" dirty="0" err="1" smtClean="0"/>
              <a:t>heatsink</a:t>
            </a:r>
            <a:r>
              <a:rPr lang="de-CH" sz="1400" dirty="0" smtClean="0"/>
              <a:t> </a:t>
            </a:r>
            <a:r>
              <a:rPr lang="de-CH" sz="1400" dirty="0" err="1" smtClean="0"/>
              <a:t>to</a:t>
            </a:r>
            <a:r>
              <a:rPr lang="de-CH" sz="1400" dirty="0" smtClean="0"/>
              <a:t> 250 mm^2 </a:t>
            </a:r>
            <a:r>
              <a:rPr lang="de-CH" sz="1400" dirty="0" err="1" smtClean="0"/>
              <a:t>for</a:t>
            </a:r>
            <a:r>
              <a:rPr lang="de-CH" sz="1400" dirty="0" smtClean="0"/>
              <a:t> all </a:t>
            </a:r>
            <a:r>
              <a:rPr lang="de-CH" sz="1400" dirty="0" err="1" smtClean="0"/>
              <a:t>chip</a:t>
            </a:r>
            <a:r>
              <a:rPr lang="de-CH" sz="1400" dirty="0" smtClean="0"/>
              <a:t> </a:t>
            </a:r>
            <a:r>
              <a:rPr lang="de-CH" sz="1400" dirty="0" err="1" smtClean="0"/>
              <a:t>sizes</a:t>
            </a:r>
            <a:endParaRPr lang="de-CH" sz="1400" dirty="0"/>
          </a:p>
        </p:txBody>
      </p:sp>
    </p:spTree>
    <p:extLst>
      <p:ext uri="{BB962C8B-B14F-4D97-AF65-F5344CB8AC3E}">
        <p14:creationId xmlns:p14="http://schemas.microsoft.com/office/powerpoint/2010/main" val="14603130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5" name="Foliennummernplatzhalter 4"/>
          <p:cNvSpPr>
            <a:spLocks noGrp="1"/>
          </p:cNvSpPr>
          <p:nvPr>
            <p:ph type="sldNum" sz="quarter" idx="12"/>
          </p:nvPr>
        </p:nvSpPr>
        <p:spPr/>
        <p:txBody>
          <a:bodyPr/>
          <a:lstStyle/>
          <a:p>
            <a:fld id="{6C6AE60A-B69C-4790-82F7-3882EDF23186}" type="slidenum">
              <a:rPr lang="en-US" smtClean="0">
                <a:solidFill>
                  <a:srgbClr val="FFFFFF"/>
                </a:solidFill>
              </a:rPr>
              <a:pPr/>
              <a:t>7</a:t>
            </a:fld>
            <a:endParaRPr lang="en-US" dirty="0">
              <a:solidFill>
                <a:srgbClr val="FFFFFF"/>
              </a:solidFill>
            </a:endParaRPr>
          </a:p>
        </p:txBody>
      </p:sp>
      <p:sp>
        <p:nvSpPr>
          <p:cNvPr id="6" name="Titel 1"/>
          <p:cNvSpPr txBox="1">
            <a:spLocks/>
          </p:cNvSpPr>
          <p:nvPr/>
        </p:nvSpPr>
        <p:spPr>
          <a:xfrm>
            <a:off x="423863" y="332656"/>
            <a:ext cx="6594475" cy="830993"/>
          </a:xfrm>
          <a:prstGeom prst="rect">
            <a:avLst/>
          </a:prstGeom>
        </p:spPr>
        <p:txBody>
          <a:bodyPr vert="horz" lIns="0" tIns="0" rIns="0" bIns="0" rtlCol="0" anchor="t">
            <a:noAutofit/>
          </a:bodyPr>
          <a:lstStyle>
            <a:lvl1pPr algn="l" defTabSz="914296" rtl="0" eaLnBrk="1" latinLnBrk="0" hangingPunct="1">
              <a:spcBef>
                <a:spcPct val="0"/>
              </a:spcBef>
              <a:buNone/>
              <a:defRPr sz="2800" b="1" kern="1200">
                <a:solidFill>
                  <a:schemeClr val="tx1"/>
                </a:solidFill>
                <a:latin typeface="+mj-lt"/>
                <a:ea typeface="+mj-ea"/>
                <a:cs typeface="+mj-cs"/>
              </a:defRPr>
            </a:lvl1pPr>
          </a:lstStyle>
          <a:p>
            <a:r>
              <a:rPr lang="en-US" sz="2400" dirty="0" smtClean="0">
                <a:solidFill>
                  <a:srgbClr val="C00000"/>
                </a:solidFill>
              </a:rPr>
              <a:t>Results</a:t>
            </a:r>
            <a:endParaRPr lang="en-US" sz="2400" dirty="0">
              <a:solidFill>
                <a:srgbClr val="C00000"/>
              </a:solidFill>
            </a:endParaRPr>
          </a:p>
        </p:txBody>
      </p:sp>
      <p:graphicFrame>
        <p:nvGraphicFramePr>
          <p:cNvPr id="10" name="Tabelle 9"/>
          <p:cNvGraphicFramePr>
            <a:graphicFrameLocks noGrp="1"/>
          </p:cNvGraphicFramePr>
          <p:nvPr>
            <p:extLst>
              <p:ext uri="{D42A27DB-BD31-4B8C-83A1-F6EECF244321}">
                <p14:modId xmlns:p14="http://schemas.microsoft.com/office/powerpoint/2010/main" val="3236982024"/>
              </p:ext>
            </p:extLst>
          </p:nvPr>
        </p:nvGraphicFramePr>
        <p:xfrm>
          <a:off x="539552" y="2148316"/>
          <a:ext cx="4896544" cy="2849880"/>
        </p:xfrm>
        <a:graphic>
          <a:graphicData uri="http://schemas.openxmlformats.org/drawingml/2006/table">
            <a:tbl>
              <a:tblPr firstRow="1" bandRow="1">
                <a:tableStyleId>{5C22544A-7EE6-4342-B048-85BDC9FD1C3A}</a:tableStyleId>
              </a:tblPr>
              <a:tblGrid>
                <a:gridCol w="2114631"/>
                <a:gridCol w="837697"/>
                <a:gridCol w="576064"/>
                <a:gridCol w="1368152"/>
              </a:tblGrid>
              <a:tr h="370840">
                <a:tc>
                  <a:txBody>
                    <a:bodyPr/>
                    <a:lstStyle/>
                    <a:p>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Chip </a:t>
                      </a:r>
                      <a:r>
                        <a:rPr lang="de-CH" sz="1000" dirty="0" err="1" smtClean="0"/>
                        <a:t>area</a:t>
                      </a:r>
                      <a:r>
                        <a:rPr lang="de-CH" sz="1000" dirty="0" smtClean="0"/>
                        <a:t> [mm^2]</a:t>
                      </a:r>
                    </a:p>
                    <a:p>
                      <a:endParaRPr lang="de-CH" sz="1000" dirty="0"/>
                    </a:p>
                  </a:txBody>
                  <a:tcPr/>
                </a:tc>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err="1" smtClean="0"/>
                        <a:t>RthJF</a:t>
                      </a:r>
                      <a:endParaRPr lang="de-CH" sz="1000" dirty="0" smtClean="0"/>
                    </a:p>
                    <a:p>
                      <a:r>
                        <a:rPr lang="de-CH" sz="1000" dirty="0" smtClean="0"/>
                        <a:t>[K/W]</a:t>
                      </a:r>
                    </a:p>
                  </a:txBody>
                  <a:tcPr/>
                </a:tc>
                <a:tc>
                  <a:txBody>
                    <a:bodyPr/>
                    <a:lstStyle/>
                    <a:p>
                      <a:r>
                        <a:rPr lang="de-CH" sz="1000" dirty="0" err="1" smtClean="0"/>
                        <a:t>RthJF</a:t>
                      </a:r>
                      <a:r>
                        <a:rPr lang="de-CH" sz="1000" dirty="0" smtClean="0"/>
                        <a:t> x </a:t>
                      </a:r>
                      <a:r>
                        <a:rPr lang="de-CH" sz="1000" dirty="0" err="1" smtClean="0"/>
                        <a:t>chip</a:t>
                      </a:r>
                      <a:r>
                        <a:rPr lang="de-CH" sz="1000" baseline="0" dirty="0" smtClean="0"/>
                        <a:t> </a:t>
                      </a:r>
                      <a:r>
                        <a:rPr lang="de-CH" sz="1000" baseline="0" dirty="0" err="1" smtClean="0"/>
                        <a:t>area</a:t>
                      </a:r>
                      <a:endParaRPr lang="de-CH" sz="1000" baseline="0" dirty="0" smtClean="0"/>
                    </a:p>
                    <a:p>
                      <a:r>
                        <a:rPr lang="de-CH" sz="1000" baseline="0" dirty="0" smtClean="0"/>
                        <a:t>[K*mm^2/W]</a:t>
                      </a:r>
                      <a:endParaRPr lang="de-CH" sz="1000" dirty="0"/>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with</a:t>
                      </a:r>
                      <a:r>
                        <a:rPr lang="de-CH" sz="1000" dirty="0" smtClean="0"/>
                        <a:t> </a:t>
                      </a:r>
                      <a:r>
                        <a:rPr lang="de-CH" sz="1000" dirty="0" err="1" smtClean="0"/>
                        <a:t>paste</a:t>
                      </a:r>
                      <a:endParaRPr lang="de-CH" sz="1000" dirty="0" smtClean="0"/>
                    </a:p>
                  </a:txBody>
                  <a:tcPr/>
                </a:tc>
                <a:tc>
                  <a:txBody>
                    <a:bodyPr/>
                    <a:lstStyle/>
                    <a:p>
                      <a:r>
                        <a:rPr lang="de-CH" sz="1000" dirty="0" smtClean="0"/>
                        <a:t>100</a:t>
                      </a:r>
                      <a:endParaRPr lang="de-CH" sz="1000" dirty="0"/>
                    </a:p>
                  </a:txBody>
                  <a:tcPr/>
                </a:tc>
                <a:tc>
                  <a:txBody>
                    <a:bodyPr/>
                    <a:lstStyle/>
                    <a:p>
                      <a:r>
                        <a:rPr lang="de-CH" sz="1000" dirty="0" smtClean="0"/>
                        <a:t>0.59</a:t>
                      </a:r>
                      <a:endParaRPr lang="de-CH" sz="1000" dirty="0"/>
                    </a:p>
                  </a:txBody>
                  <a:tcPr/>
                </a:tc>
                <a:tc>
                  <a:txBody>
                    <a:bodyPr/>
                    <a:lstStyle/>
                    <a:p>
                      <a:r>
                        <a:rPr lang="de-CH" sz="1000" dirty="0" smtClean="0"/>
                        <a:t>59</a:t>
                      </a:r>
                      <a:endParaRPr lang="de-CH" sz="1000" dirty="0"/>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with</a:t>
                      </a:r>
                      <a:r>
                        <a:rPr lang="de-CH" sz="1000" dirty="0" smtClean="0"/>
                        <a:t> </a:t>
                      </a:r>
                      <a:r>
                        <a:rPr lang="de-CH" sz="1000" dirty="0" err="1" smtClean="0"/>
                        <a:t>paste</a:t>
                      </a:r>
                      <a:endParaRPr lang="de-CH" sz="1000" dirty="0" smtClean="0"/>
                    </a:p>
                  </a:txBody>
                  <a:tcPr/>
                </a:tc>
                <a:tc>
                  <a:txBody>
                    <a:bodyPr/>
                    <a:lstStyle/>
                    <a:p>
                      <a:r>
                        <a:rPr lang="de-CH" sz="1000" dirty="0" smtClean="0"/>
                        <a:t>66</a:t>
                      </a:r>
                      <a:endParaRPr lang="de-CH" sz="1000" dirty="0"/>
                    </a:p>
                  </a:txBody>
                  <a:tcPr/>
                </a:tc>
                <a:tc>
                  <a:txBody>
                    <a:bodyPr/>
                    <a:lstStyle/>
                    <a:p>
                      <a:r>
                        <a:rPr lang="de-CH" sz="1000" dirty="0" smtClean="0"/>
                        <a:t>0.86</a:t>
                      </a:r>
                      <a:endParaRPr lang="de-CH" sz="1000" dirty="0"/>
                    </a:p>
                  </a:txBody>
                  <a:tcPr/>
                </a:tc>
                <a:tc>
                  <a:txBody>
                    <a:bodyPr/>
                    <a:lstStyle/>
                    <a:p>
                      <a:r>
                        <a:rPr lang="de-CH" sz="1000" dirty="0" smtClean="0"/>
                        <a:t>56</a:t>
                      </a:r>
                      <a:endParaRPr lang="de-CH" sz="1000" dirty="0"/>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with</a:t>
                      </a:r>
                      <a:r>
                        <a:rPr lang="de-CH" sz="1000" dirty="0" smtClean="0"/>
                        <a:t> </a:t>
                      </a:r>
                      <a:r>
                        <a:rPr lang="de-CH" sz="1000" dirty="0" err="1" smtClean="0"/>
                        <a:t>paste</a:t>
                      </a:r>
                      <a:endParaRPr lang="de-CH" sz="1000" dirty="0" smtClean="0"/>
                    </a:p>
                  </a:txBody>
                  <a:tcPr/>
                </a:tc>
                <a:tc>
                  <a:txBody>
                    <a:bodyPr/>
                    <a:lstStyle/>
                    <a:p>
                      <a:r>
                        <a:rPr lang="de-CH" sz="1000" dirty="0" smtClean="0"/>
                        <a:t>39</a:t>
                      </a:r>
                      <a:endParaRPr lang="de-CH" sz="1000" dirty="0"/>
                    </a:p>
                  </a:txBody>
                  <a:tcPr/>
                </a:tc>
                <a:tc>
                  <a:txBody>
                    <a:bodyPr/>
                    <a:lstStyle/>
                    <a:p>
                      <a:r>
                        <a:rPr lang="de-CH" sz="1000" dirty="0" smtClean="0"/>
                        <a:t>1.43</a:t>
                      </a:r>
                      <a:endParaRPr lang="de-CH" sz="1000" dirty="0"/>
                    </a:p>
                  </a:txBody>
                  <a:tcPr/>
                </a:tc>
                <a:tc>
                  <a:txBody>
                    <a:bodyPr/>
                    <a:lstStyle/>
                    <a:p>
                      <a:r>
                        <a:rPr lang="de-CH" sz="1000" dirty="0" smtClean="0"/>
                        <a:t>55</a:t>
                      </a:r>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directly</a:t>
                      </a:r>
                      <a:r>
                        <a:rPr lang="de-CH" sz="1000" dirty="0" smtClean="0"/>
                        <a:t> </a:t>
                      </a:r>
                      <a:r>
                        <a:rPr lang="de-CH" sz="1000" dirty="0" err="1" smtClean="0"/>
                        <a:t>bonded</a:t>
                      </a:r>
                      <a:r>
                        <a:rPr lang="de-CH" sz="1000" dirty="0" smtClean="0"/>
                        <a:t> </a:t>
                      </a:r>
                      <a:r>
                        <a:rPr lang="de-CH" sz="1000" dirty="0" err="1" smtClean="0"/>
                        <a:t>to</a:t>
                      </a:r>
                      <a:r>
                        <a:rPr lang="de-CH" sz="1000" dirty="0" smtClean="0"/>
                        <a:t> </a:t>
                      </a:r>
                      <a:r>
                        <a:rPr lang="de-CH" sz="1000" dirty="0" err="1" smtClean="0"/>
                        <a:t>heatsink</a:t>
                      </a:r>
                      <a:endParaRPr lang="de-CH" sz="1000" dirty="0" smtClean="0"/>
                    </a:p>
                  </a:txBody>
                  <a:tcPr/>
                </a:tc>
                <a:tc>
                  <a:txBody>
                    <a:bodyPr/>
                    <a:lstStyle/>
                    <a:p>
                      <a:r>
                        <a:rPr lang="de-CH" sz="1000" dirty="0" smtClean="0"/>
                        <a:t>100</a:t>
                      </a:r>
                      <a:endParaRPr lang="de-CH" sz="1000" dirty="0"/>
                    </a:p>
                  </a:txBody>
                  <a:tcPr/>
                </a:tc>
                <a:tc>
                  <a:txBody>
                    <a:bodyPr/>
                    <a:lstStyle/>
                    <a:p>
                      <a:r>
                        <a:rPr lang="de-CH" sz="1000" dirty="0" smtClean="0"/>
                        <a:t>0.46</a:t>
                      </a:r>
                      <a:endParaRPr lang="de-CH" sz="1000" dirty="0"/>
                    </a:p>
                  </a:txBody>
                  <a:tcPr/>
                </a:tc>
                <a:tc>
                  <a:txBody>
                    <a:bodyPr/>
                    <a:lstStyle/>
                    <a:p>
                      <a:r>
                        <a:rPr lang="de-CH" sz="1000" dirty="0" smtClean="0"/>
                        <a:t>46</a:t>
                      </a:r>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directly</a:t>
                      </a:r>
                      <a:r>
                        <a:rPr lang="de-CH" sz="1000" dirty="0" smtClean="0"/>
                        <a:t> </a:t>
                      </a:r>
                      <a:r>
                        <a:rPr lang="de-CH" sz="1000" dirty="0" err="1" smtClean="0"/>
                        <a:t>bonded</a:t>
                      </a:r>
                      <a:r>
                        <a:rPr lang="de-CH" sz="1000" dirty="0" smtClean="0"/>
                        <a:t> </a:t>
                      </a:r>
                      <a:r>
                        <a:rPr lang="de-CH" sz="1000" dirty="0" err="1" smtClean="0"/>
                        <a:t>to</a:t>
                      </a:r>
                      <a:r>
                        <a:rPr lang="de-CH" sz="1000" dirty="0" smtClean="0"/>
                        <a:t> </a:t>
                      </a:r>
                      <a:r>
                        <a:rPr lang="de-CH" sz="1000" dirty="0" err="1" smtClean="0"/>
                        <a:t>heatsink</a:t>
                      </a:r>
                      <a:endParaRPr lang="de-CH" sz="1000" dirty="0" smtClean="0"/>
                    </a:p>
                  </a:txBody>
                  <a:tcPr/>
                </a:tc>
                <a:tc>
                  <a:txBody>
                    <a:bodyPr/>
                    <a:lstStyle/>
                    <a:p>
                      <a:r>
                        <a:rPr lang="de-CH" sz="1000" dirty="0" smtClean="0"/>
                        <a:t>66</a:t>
                      </a:r>
                      <a:endParaRPr lang="de-CH" sz="1000" dirty="0"/>
                    </a:p>
                  </a:txBody>
                  <a:tcPr/>
                </a:tc>
                <a:tc>
                  <a:txBody>
                    <a:bodyPr/>
                    <a:lstStyle/>
                    <a:p>
                      <a:r>
                        <a:rPr lang="de-CH" sz="1000" dirty="0" smtClean="0"/>
                        <a:t>0.67</a:t>
                      </a:r>
                      <a:endParaRPr lang="de-CH" sz="1000" dirty="0"/>
                    </a:p>
                  </a:txBody>
                  <a:tcPr/>
                </a:tc>
                <a:tc>
                  <a:txBody>
                    <a:bodyPr/>
                    <a:lstStyle/>
                    <a:p>
                      <a:r>
                        <a:rPr lang="de-CH" sz="1000" dirty="0" smtClean="0"/>
                        <a:t>44</a:t>
                      </a:r>
                      <a:endParaRPr lang="de-CH" sz="1000" dirty="0"/>
                    </a:p>
                  </a:txBody>
                  <a:tcPr/>
                </a:tc>
              </a:tr>
              <a:tr h="370840">
                <a:tc>
                  <a:txBody>
                    <a:bodyPr/>
                    <a:lstStyle/>
                    <a:p>
                      <a:pPr marL="0" marR="0" indent="0" algn="l" defTabSz="914296" rtl="0" eaLnBrk="1" fontAlgn="auto" latinLnBrk="0" hangingPunct="1">
                        <a:lnSpc>
                          <a:spcPct val="100000"/>
                        </a:lnSpc>
                        <a:spcBef>
                          <a:spcPts val="0"/>
                        </a:spcBef>
                        <a:spcAft>
                          <a:spcPts val="0"/>
                        </a:spcAft>
                        <a:buClrTx/>
                        <a:buSzTx/>
                        <a:buFontTx/>
                        <a:buNone/>
                        <a:tabLst/>
                        <a:defRPr/>
                      </a:pPr>
                      <a:r>
                        <a:rPr lang="de-CH" sz="1000" dirty="0" smtClean="0"/>
                        <a:t>Module </a:t>
                      </a:r>
                      <a:r>
                        <a:rPr lang="de-CH" sz="1000" dirty="0" err="1" smtClean="0"/>
                        <a:t>directly</a:t>
                      </a:r>
                      <a:r>
                        <a:rPr lang="de-CH" sz="1000" dirty="0" smtClean="0"/>
                        <a:t> </a:t>
                      </a:r>
                      <a:r>
                        <a:rPr lang="de-CH" sz="1000" dirty="0" err="1" smtClean="0"/>
                        <a:t>bonded</a:t>
                      </a:r>
                      <a:r>
                        <a:rPr lang="de-CH" sz="1000" dirty="0" smtClean="0"/>
                        <a:t> </a:t>
                      </a:r>
                      <a:r>
                        <a:rPr lang="de-CH" sz="1000" dirty="0" err="1" smtClean="0"/>
                        <a:t>to</a:t>
                      </a:r>
                      <a:r>
                        <a:rPr lang="de-CH" sz="1000" dirty="0" smtClean="0"/>
                        <a:t> </a:t>
                      </a:r>
                      <a:r>
                        <a:rPr lang="de-CH" sz="1000" dirty="0" err="1" smtClean="0"/>
                        <a:t>heatsink</a:t>
                      </a:r>
                      <a:endParaRPr lang="de-CH" sz="1000" dirty="0" smtClean="0"/>
                    </a:p>
                  </a:txBody>
                  <a:tcPr/>
                </a:tc>
                <a:tc>
                  <a:txBody>
                    <a:bodyPr/>
                    <a:lstStyle/>
                    <a:p>
                      <a:r>
                        <a:rPr lang="de-CH" sz="1000" dirty="0" smtClean="0"/>
                        <a:t>39</a:t>
                      </a:r>
                      <a:endParaRPr lang="de-CH" sz="1000" dirty="0"/>
                    </a:p>
                  </a:txBody>
                  <a:tcPr/>
                </a:tc>
                <a:tc>
                  <a:txBody>
                    <a:bodyPr/>
                    <a:lstStyle/>
                    <a:p>
                      <a:r>
                        <a:rPr lang="de-CH" sz="1000" dirty="0" smtClean="0"/>
                        <a:t>1.08</a:t>
                      </a:r>
                      <a:endParaRPr lang="de-CH" sz="1000" dirty="0"/>
                    </a:p>
                  </a:txBody>
                  <a:tcPr/>
                </a:tc>
                <a:tc>
                  <a:txBody>
                    <a:bodyPr/>
                    <a:lstStyle/>
                    <a:p>
                      <a:r>
                        <a:rPr lang="de-CH" sz="1000" dirty="0" smtClean="0"/>
                        <a:t>42</a:t>
                      </a:r>
                      <a:endParaRPr lang="de-CH" sz="1000" dirty="0"/>
                    </a:p>
                  </a:txBody>
                  <a:tcPr/>
                </a:tc>
              </a:tr>
            </a:tbl>
          </a:graphicData>
        </a:graphic>
      </p:graphicFrame>
      <p:sp>
        <p:nvSpPr>
          <p:cNvPr id="11" name="Textfeld 10"/>
          <p:cNvSpPr txBox="1"/>
          <p:nvPr/>
        </p:nvSpPr>
        <p:spPr>
          <a:xfrm>
            <a:off x="459471" y="1163649"/>
            <a:ext cx="4824536" cy="954107"/>
          </a:xfrm>
          <a:prstGeom prst="rect">
            <a:avLst/>
          </a:prstGeom>
          <a:noFill/>
        </p:spPr>
        <p:txBody>
          <a:bodyPr wrap="square" rtlCol="0">
            <a:spAutoFit/>
          </a:bodyPr>
          <a:lstStyle/>
          <a:p>
            <a:pPr fontAlgn="t"/>
            <a:r>
              <a:rPr lang="de-CH" sz="1400" dirty="0" err="1" smtClean="0"/>
              <a:t>Results</a:t>
            </a:r>
            <a:r>
              <a:rPr lang="de-CH" sz="1400" dirty="0" smtClean="0"/>
              <a:t> </a:t>
            </a:r>
            <a:r>
              <a:rPr lang="de-CH" sz="1400" dirty="0" err="1" smtClean="0"/>
              <a:t>if</a:t>
            </a:r>
            <a:r>
              <a:rPr lang="de-CH" sz="1400" dirty="0" smtClean="0"/>
              <a:t> </a:t>
            </a:r>
            <a:r>
              <a:rPr lang="de-CH" sz="1400" dirty="0" err="1" smtClean="0"/>
              <a:t>the</a:t>
            </a:r>
            <a:r>
              <a:rPr lang="de-CH" sz="1400" dirty="0" smtClean="0"/>
              <a:t> </a:t>
            </a:r>
            <a:r>
              <a:rPr lang="de-CH" sz="1400" dirty="0" err="1" smtClean="0"/>
              <a:t>ratio</a:t>
            </a:r>
            <a:r>
              <a:rPr lang="de-CH" sz="1400" dirty="0" smtClean="0"/>
              <a:t> </a:t>
            </a:r>
            <a:r>
              <a:rPr lang="de-CH" sz="1400" dirty="0" err="1" smtClean="0"/>
              <a:t>between</a:t>
            </a:r>
            <a:r>
              <a:rPr lang="de-CH" sz="1400" dirty="0" smtClean="0"/>
              <a:t> </a:t>
            </a:r>
            <a:r>
              <a:rPr lang="de-CH" sz="1400" dirty="0" err="1" smtClean="0"/>
              <a:t>the</a:t>
            </a:r>
            <a:r>
              <a:rPr lang="de-CH" sz="1400" dirty="0" smtClean="0"/>
              <a:t> </a:t>
            </a:r>
            <a:r>
              <a:rPr lang="de-CH" sz="1400" dirty="0" err="1" smtClean="0"/>
              <a:t>chip</a:t>
            </a:r>
            <a:r>
              <a:rPr lang="de-CH" sz="1400" dirty="0" smtClean="0"/>
              <a:t> </a:t>
            </a:r>
            <a:r>
              <a:rPr lang="de-CH" sz="1400" dirty="0" err="1" smtClean="0"/>
              <a:t>area</a:t>
            </a:r>
            <a:r>
              <a:rPr lang="de-CH" sz="1400" dirty="0" smtClean="0"/>
              <a:t> </a:t>
            </a:r>
            <a:r>
              <a:rPr lang="de-CH" sz="1400" dirty="0" err="1" smtClean="0"/>
              <a:t>and</a:t>
            </a:r>
            <a:r>
              <a:rPr lang="de-CH" sz="1400" dirty="0" smtClean="0"/>
              <a:t> </a:t>
            </a:r>
            <a:r>
              <a:rPr lang="de-CH" sz="1400" dirty="0" err="1" smtClean="0"/>
              <a:t>the</a:t>
            </a:r>
            <a:r>
              <a:rPr lang="de-CH" sz="1400" dirty="0" smtClean="0"/>
              <a:t> </a:t>
            </a:r>
            <a:r>
              <a:rPr lang="de-CH" sz="1400" dirty="0" err="1" smtClean="0"/>
              <a:t>available</a:t>
            </a:r>
            <a:r>
              <a:rPr lang="de-CH" sz="1400" dirty="0" smtClean="0"/>
              <a:t> </a:t>
            </a:r>
            <a:r>
              <a:rPr lang="de-CH" sz="1400" dirty="0" err="1" smtClean="0"/>
              <a:t>area</a:t>
            </a:r>
            <a:r>
              <a:rPr lang="de-CH" sz="1400" dirty="0" smtClean="0"/>
              <a:t> on </a:t>
            </a:r>
            <a:r>
              <a:rPr lang="de-CH" sz="1400" dirty="0" err="1" smtClean="0"/>
              <a:t>the</a:t>
            </a:r>
            <a:r>
              <a:rPr lang="de-CH" sz="1400" dirty="0" smtClean="0"/>
              <a:t> </a:t>
            </a:r>
            <a:r>
              <a:rPr lang="de-CH" sz="1400" dirty="0" err="1" smtClean="0"/>
              <a:t>heat</a:t>
            </a:r>
            <a:r>
              <a:rPr lang="de-CH" sz="1400" dirty="0" smtClean="0"/>
              <a:t> sink </a:t>
            </a:r>
            <a:r>
              <a:rPr lang="de-CH" sz="1400" dirty="0" err="1" smtClean="0"/>
              <a:t>is</a:t>
            </a:r>
            <a:r>
              <a:rPr lang="de-CH" sz="1400" dirty="0" smtClean="0"/>
              <a:t> </a:t>
            </a:r>
            <a:r>
              <a:rPr lang="de-CH" sz="1400" dirty="0" err="1" smtClean="0"/>
              <a:t>kept</a:t>
            </a:r>
            <a:r>
              <a:rPr lang="de-CH" sz="1400" dirty="0" smtClean="0"/>
              <a:t> </a:t>
            </a:r>
            <a:r>
              <a:rPr lang="de-CH" sz="1400" dirty="0" err="1" smtClean="0"/>
              <a:t>constant</a:t>
            </a:r>
            <a:endParaRPr lang="de-CH" sz="1400" dirty="0" smtClean="0"/>
          </a:p>
          <a:p>
            <a:pPr fontAlgn="t"/>
            <a:r>
              <a:rPr lang="de-CH" sz="1400" dirty="0" smtClean="0"/>
              <a:t>(</a:t>
            </a:r>
            <a:r>
              <a:rPr lang="de-CH" sz="1400" dirty="0" err="1" smtClean="0"/>
              <a:t>first</a:t>
            </a:r>
            <a:r>
              <a:rPr lang="de-CH" sz="1400" dirty="0" smtClean="0"/>
              <a:t> </a:t>
            </a:r>
            <a:r>
              <a:rPr lang="de-CH" sz="1400" dirty="0" err="1" smtClean="0"/>
              <a:t>copper</a:t>
            </a:r>
            <a:r>
              <a:rPr lang="de-CH" sz="1400" dirty="0" smtClean="0"/>
              <a:t> </a:t>
            </a:r>
            <a:r>
              <a:rPr lang="de-CH" sz="1400" dirty="0" err="1" smtClean="0"/>
              <a:t>layer</a:t>
            </a:r>
            <a:r>
              <a:rPr lang="de-CH" sz="1400" dirty="0" smtClean="0"/>
              <a:t> 1.5 </a:t>
            </a:r>
            <a:r>
              <a:rPr lang="de-CH" sz="1400" dirty="0" err="1" smtClean="0"/>
              <a:t>times</a:t>
            </a:r>
            <a:r>
              <a:rPr lang="de-CH" sz="1400" dirty="0" smtClean="0"/>
              <a:t> </a:t>
            </a:r>
            <a:r>
              <a:rPr lang="de-CH" sz="1400" dirty="0" err="1" smtClean="0"/>
              <a:t>the</a:t>
            </a:r>
            <a:r>
              <a:rPr lang="de-CH" sz="1400" dirty="0" smtClean="0"/>
              <a:t> </a:t>
            </a:r>
            <a:r>
              <a:rPr lang="de-CH" sz="1400" dirty="0" err="1" smtClean="0"/>
              <a:t>chip</a:t>
            </a:r>
            <a:r>
              <a:rPr lang="de-CH" sz="1400" dirty="0" smtClean="0"/>
              <a:t> </a:t>
            </a:r>
            <a:r>
              <a:rPr lang="de-CH" sz="1400" dirty="0" err="1" smtClean="0"/>
              <a:t>area</a:t>
            </a:r>
            <a:r>
              <a:rPr lang="de-CH" sz="1400" dirty="0" smtClean="0"/>
              <a:t>, </a:t>
            </a:r>
            <a:r>
              <a:rPr lang="de-CH" sz="1400" dirty="0" err="1" smtClean="0"/>
              <a:t>second</a:t>
            </a:r>
            <a:r>
              <a:rPr lang="de-CH" sz="1400" dirty="0" smtClean="0"/>
              <a:t> </a:t>
            </a:r>
            <a:r>
              <a:rPr lang="de-CH" sz="1400" dirty="0" err="1" smtClean="0"/>
              <a:t>copper</a:t>
            </a:r>
            <a:r>
              <a:rPr lang="de-CH" sz="1400" dirty="0" smtClean="0"/>
              <a:t> </a:t>
            </a:r>
            <a:r>
              <a:rPr lang="de-CH" sz="1400" dirty="0" err="1" smtClean="0"/>
              <a:t>layer</a:t>
            </a:r>
            <a:r>
              <a:rPr lang="de-CH" sz="1400" dirty="0" smtClean="0"/>
              <a:t> 2 </a:t>
            </a:r>
            <a:r>
              <a:rPr lang="de-CH" sz="1400" dirty="0" err="1" smtClean="0"/>
              <a:t>times</a:t>
            </a:r>
            <a:r>
              <a:rPr lang="de-CH" sz="1400" dirty="0" smtClean="0"/>
              <a:t> </a:t>
            </a:r>
            <a:r>
              <a:rPr lang="de-CH" sz="1400" dirty="0" err="1" smtClean="0"/>
              <a:t>chip</a:t>
            </a:r>
            <a:r>
              <a:rPr lang="de-CH" sz="1400" dirty="0" smtClean="0"/>
              <a:t> </a:t>
            </a:r>
            <a:r>
              <a:rPr lang="de-CH" sz="1400" dirty="0" err="1" smtClean="0"/>
              <a:t>area</a:t>
            </a:r>
            <a:r>
              <a:rPr lang="de-CH" sz="1400" dirty="0" smtClean="0"/>
              <a:t>, </a:t>
            </a:r>
            <a:r>
              <a:rPr lang="de-CH" sz="1400" dirty="0" err="1" smtClean="0"/>
              <a:t>heatsink</a:t>
            </a:r>
            <a:r>
              <a:rPr lang="de-CH" sz="1400" dirty="0" smtClean="0"/>
              <a:t> 2.5 </a:t>
            </a:r>
            <a:r>
              <a:rPr lang="de-CH" sz="1400" dirty="0" err="1" smtClean="0"/>
              <a:t>times</a:t>
            </a:r>
            <a:r>
              <a:rPr lang="de-CH" sz="1400" dirty="0" smtClean="0"/>
              <a:t> </a:t>
            </a:r>
            <a:r>
              <a:rPr lang="de-CH" sz="1400" dirty="0" err="1" smtClean="0"/>
              <a:t>chip</a:t>
            </a:r>
            <a:r>
              <a:rPr lang="de-CH" sz="1400" dirty="0" smtClean="0"/>
              <a:t> </a:t>
            </a:r>
            <a:r>
              <a:rPr lang="de-CH" sz="1400" dirty="0" err="1" smtClean="0"/>
              <a:t>area</a:t>
            </a:r>
            <a:r>
              <a:rPr lang="de-CH" sz="1400" dirty="0" smtClean="0"/>
              <a:t>)</a:t>
            </a:r>
            <a:endParaRPr lang="de-CH" sz="1400" dirty="0"/>
          </a:p>
        </p:txBody>
      </p:sp>
    </p:spTree>
    <p:extLst>
      <p:ext uri="{BB962C8B-B14F-4D97-AF65-F5344CB8AC3E}">
        <p14:creationId xmlns:p14="http://schemas.microsoft.com/office/powerpoint/2010/main" val="18346494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US" dirty="0" smtClean="0">
                <a:solidFill>
                  <a:srgbClr val="FFFFFF"/>
                </a:solidFill>
              </a:rPr>
              <a:t>© BRUSA</a:t>
            </a:r>
            <a:endParaRPr lang="en-US" dirty="0">
              <a:solidFill>
                <a:srgbClr val="FFFFFF"/>
              </a:solidFill>
            </a:endParaRPr>
          </a:p>
        </p:txBody>
      </p:sp>
      <p:sp>
        <p:nvSpPr>
          <p:cNvPr id="5" name="Foliennummernplatzhalter 4"/>
          <p:cNvSpPr>
            <a:spLocks noGrp="1"/>
          </p:cNvSpPr>
          <p:nvPr>
            <p:ph type="sldNum" sz="quarter" idx="12"/>
          </p:nvPr>
        </p:nvSpPr>
        <p:spPr/>
        <p:txBody>
          <a:bodyPr/>
          <a:lstStyle/>
          <a:p>
            <a:fld id="{6C6AE60A-B69C-4790-82F7-3882EDF23186}" type="slidenum">
              <a:rPr lang="en-US" smtClean="0">
                <a:solidFill>
                  <a:srgbClr val="FFFFFF"/>
                </a:solidFill>
              </a:rPr>
              <a:pPr/>
              <a:t>8</a:t>
            </a:fld>
            <a:endParaRPr lang="en-US" dirty="0">
              <a:solidFill>
                <a:srgbClr val="FFFFFF"/>
              </a:solidFill>
            </a:endParaRPr>
          </a:p>
        </p:txBody>
      </p:sp>
      <p:sp>
        <p:nvSpPr>
          <p:cNvPr id="6" name="Titel 1"/>
          <p:cNvSpPr txBox="1">
            <a:spLocks/>
          </p:cNvSpPr>
          <p:nvPr/>
        </p:nvSpPr>
        <p:spPr>
          <a:xfrm>
            <a:off x="423863" y="332656"/>
            <a:ext cx="6594475" cy="830993"/>
          </a:xfrm>
          <a:prstGeom prst="rect">
            <a:avLst/>
          </a:prstGeom>
        </p:spPr>
        <p:txBody>
          <a:bodyPr vert="horz" lIns="0" tIns="0" rIns="0" bIns="0" rtlCol="0" anchor="t">
            <a:noAutofit/>
          </a:bodyPr>
          <a:lstStyle>
            <a:lvl1pPr algn="l" defTabSz="914296" rtl="0" eaLnBrk="1" latinLnBrk="0" hangingPunct="1">
              <a:spcBef>
                <a:spcPct val="0"/>
              </a:spcBef>
              <a:buNone/>
              <a:defRPr sz="2800" b="1" kern="1200">
                <a:solidFill>
                  <a:schemeClr val="tx1"/>
                </a:solidFill>
                <a:latin typeface="+mj-lt"/>
                <a:ea typeface="+mj-ea"/>
                <a:cs typeface="+mj-cs"/>
              </a:defRPr>
            </a:lvl1pPr>
          </a:lstStyle>
          <a:p>
            <a:r>
              <a:rPr lang="en-US" sz="2400" dirty="0" smtClean="0">
                <a:solidFill>
                  <a:srgbClr val="C00000"/>
                </a:solidFill>
              </a:rPr>
              <a:t>observations</a:t>
            </a:r>
            <a:endParaRPr lang="en-US" sz="2400" dirty="0">
              <a:solidFill>
                <a:srgbClr val="C00000"/>
              </a:solidFill>
            </a:endParaRPr>
          </a:p>
        </p:txBody>
      </p:sp>
      <p:sp>
        <p:nvSpPr>
          <p:cNvPr id="16" name="Textfeld 15"/>
          <p:cNvSpPr txBox="1"/>
          <p:nvPr/>
        </p:nvSpPr>
        <p:spPr>
          <a:xfrm>
            <a:off x="416841" y="908720"/>
            <a:ext cx="7676529" cy="4293483"/>
          </a:xfrm>
          <a:prstGeom prst="rect">
            <a:avLst/>
          </a:prstGeom>
          <a:noFill/>
        </p:spPr>
        <p:txBody>
          <a:bodyPr wrap="square" rtlCol="0">
            <a:spAutoFit/>
          </a:bodyPr>
          <a:lstStyle/>
          <a:p>
            <a:pPr marL="285750" indent="-285750">
              <a:lnSpc>
                <a:spcPct val="150000"/>
              </a:lnSpc>
              <a:buFont typeface="Arial" pitchFamily="34" charset="0"/>
              <a:buChar char="•"/>
            </a:pPr>
            <a:r>
              <a:rPr lang="en-US" sz="1400" dirty="0" smtClean="0">
                <a:solidFill>
                  <a:srgbClr val="000000"/>
                </a:solidFill>
              </a:rPr>
              <a:t>Smaller chips allow for higher power loss per area because of better heat spreading</a:t>
            </a:r>
          </a:p>
          <a:p>
            <a:pPr marL="285750" indent="-285750">
              <a:lnSpc>
                <a:spcPct val="150000"/>
              </a:lnSpc>
              <a:buFont typeface="Arial" pitchFamily="34" charset="0"/>
              <a:buChar char="•"/>
            </a:pPr>
            <a:r>
              <a:rPr lang="en-US" sz="1400" dirty="0" smtClean="0">
                <a:solidFill>
                  <a:srgbClr val="000000"/>
                </a:solidFill>
              </a:rPr>
              <a:t>For small chips, heat spreading has a strong influence, which means a thicker copper layer for spreading is beneficial to decrease the overall thermal resistance</a:t>
            </a:r>
          </a:p>
          <a:p>
            <a:pPr marL="285750" indent="-285750">
              <a:lnSpc>
                <a:spcPct val="150000"/>
              </a:lnSpc>
              <a:buFont typeface="Arial" pitchFamily="34" charset="0"/>
              <a:buChar char="•"/>
            </a:pPr>
            <a:r>
              <a:rPr lang="en-US" sz="1400" dirty="0" smtClean="0">
                <a:solidFill>
                  <a:srgbClr val="000000"/>
                </a:solidFill>
              </a:rPr>
              <a:t>For small chips the through plane thermal resistance is less important than for larger chips because of the strong heat spreading</a:t>
            </a:r>
          </a:p>
          <a:p>
            <a:pPr marL="285750" indent="-285750">
              <a:lnSpc>
                <a:spcPct val="150000"/>
              </a:lnSpc>
              <a:buFont typeface="Arial" pitchFamily="34" charset="0"/>
              <a:buChar char="•"/>
            </a:pPr>
            <a:r>
              <a:rPr lang="en-US" sz="1400" dirty="0" smtClean="0">
                <a:solidFill>
                  <a:srgbClr val="000000"/>
                </a:solidFill>
              </a:rPr>
              <a:t>For very large chips, heat spreading has little influence, therefore a thicker copper </a:t>
            </a:r>
            <a:r>
              <a:rPr lang="en-US" sz="1400" dirty="0">
                <a:solidFill>
                  <a:srgbClr val="000000"/>
                </a:solidFill>
              </a:rPr>
              <a:t>layer for spreading </a:t>
            </a:r>
            <a:r>
              <a:rPr lang="en-US" sz="1400" dirty="0" smtClean="0">
                <a:solidFill>
                  <a:srgbClr val="000000"/>
                </a:solidFill>
              </a:rPr>
              <a:t>is </a:t>
            </a:r>
            <a:r>
              <a:rPr lang="en-US" sz="1400" dirty="0">
                <a:solidFill>
                  <a:srgbClr val="000000"/>
                </a:solidFill>
              </a:rPr>
              <a:t>not beneficial to decrease the overall thermal </a:t>
            </a:r>
            <a:r>
              <a:rPr lang="en-US" sz="1400" dirty="0" smtClean="0">
                <a:solidFill>
                  <a:srgbClr val="000000"/>
                </a:solidFill>
              </a:rPr>
              <a:t>resistance</a:t>
            </a:r>
          </a:p>
          <a:p>
            <a:pPr marL="285750" indent="-285750">
              <a:lnSpc>
                <a:spcPct val="150000"/>
              </a:lnSpc>
              <a:buFont typeface="Arial" pitchFamily="34" charset="0"/>
              <a:buChar char="•"/>
            </a:pPr>
            <a:r>
              <a:rPr lang="en-US" sz="1400" dirty="0" smtClean="0">
                <a:solidFill>
                  <a:srgbClr val="000000"/>
                </a:solidFill>
              </a:rPr>
              <a:t>For large chips, the </a:t>
            </a:r>
            <a:r>
              <a:rPr lang="en-US" sz="1400" dirty="0">
                <a:solidFill>
                  <a:srgbClr val="000000"/>
                </a:solidFill>
              </a:rPr>
              <a:t>through plane </a:t>
            </a:r>
            <a:r>
              <a:rPr lang="en-US" sz="1400" dirty="0" smtClean="0">
                <a:solidFill>
                  <a:srgbClr val="000000"/>
                </a:solidFill>
              </a:rPr>
              <a:t>thermal resistance </a:t>
            </a:r>
            <a:r>
              <a:rPr lang="en-US" sz="1400" dirty="0">
                <a:solidFill>
                  <a:srgbClr val="000000"/>
                </a:solidFill>
              </a:rPr>
              <a:t>is very </a:t>
            </a:r>
            <a:r>
              <a:rPr lang="en-US" sz="1400" dirty="0" smtClean="0">
                <a:solidFill>
                  <a:srgbClr val="000000"/>
                </a:solidFill>
              </a:rPr>
              <a:t>important</a:t>
            </a:r>
          </a:p>
          <a:p>
            <a:pPr marL="285750" indent="-285750">
              <a:lnSpc>
                <a:spcPct val="150000"/>
              </a:lnSpc>
              <a:buFont typeface="Arial" pitchFamily="34" charset="0"/>
              <a:buChar char="•"/>
            </a:pPr>
            <a:r>
              <a:rPr lang="en-US" sz="1400" dirty="0" smtClean="0">
                <a:solidFill>
                  <a:srgbClr val="000000"/>
                </a:solidFill>
              </a:rPr>
              <a:t>With small chips, the total chip area needed to keep the chips at a given temperature for a given amount of power loss is smaller, which allows for higher ratios of chip area to dissipation area for a limited amount of space, which further decreases their thermal resistance</a:t>
            </a:r>
            <a:endParaRPr lang="en-US" sz="1400" dirty="0">
              <a:solidFill>
                <a:srgbClr val="000000"/>
              </a:solidFill>
            </a:endParaRPr>
          </a:p>
          <a:p>
            <a:pPr marL="285750" indent="-285750">
              <a:lnSpc>
                <a:spcPct val="150000"/>
              </a:lnSpc>
              <a:buFont typeface="Arial" pitchFamily="34" charset="0"/>
              <a:buChar char="•"/>
            </a:pPr>
            <a:endParaRPr lang="en-US" sz="1400" dirty="0">
              <a:solidFill>
                <a:srgbClr val="000000"/>
              </a:solidFill>
            </a:endParaRPr>
          </a:p>
        </p:txBody>
      </p:sp>
    </p:spTree>
    <p:extLst>
      <p:ext uri="{BB962C8B-B14F-4D97-AF65-F5344CB8AC3E}">
        <p14:creationId xmlns:p14="http://schemas.microsoft.com/office/powerpoint/2010/main" val="2541074762"/>
      </p:ext>
    </p:extLst>
  </p:cSld>
  <p:clrMapOvr>
    <a:masterClrMapping/>
  </p:clrMapOvr>
  <p:timing>
    <p:tnLst>
      <p:par>
        <p:cTn id="1" dur="indefinite" restart="never" nodeType="tmRoot"/>
      </p:par>
    </p:tnLst>
  </p:timing>
</p:sld>
</file>

<file path=ppt/theme/theme1.xml><?xml version="1.0" encoding="utf-8"?>
<a:theme xmlns:a="http://schemas.openxmlformats.org/drawingml/2006/main" name="VL_010_Vorlage_PP_brusa">
  <a:themeElements>
    <a:clrScheme name="BRUSA">
      <a:dk1>
        <a:srgbClr val="000000"/>
      </a:dk1>
      <a:lt1>
        <a:srgbClr val="FFFFFF"/>
      </a:lt1>
      <a:dk2>
        <a:srgbClr val="ED4747"/>
      </a:dk2>
      <a:lt2>
        <a:srgbClr val="EBEBEB"/>
      </a:lt2>
      <a:accent1>
        <a:srgbClr val="BE0000"/>
      </a:accent1>
      <a:accent2>
        <a:srgbClr val="144BBE"/>
      </a:accent2>
      <a:accent3>
        <a:srgbClr val="00AA14"/>
      </a:accent3>
      <a:accent4>
        <a:srgbClr val="E19100"/>
      </a:accent4>
      <a:accent5>
        <a:srgbClr val="F0DC00"/>
      </a:accent5>
      <a:accent6>
        <a:srgbClr val="69467D"/>
      </a:accent6>
      <a:hlink>
        <a:srgbClr val="BE0000"/>
      </a:hlink>
      <a:folHlink>
        <a:srgbClr val="ED4747"/>
      </a:folHlink>
    </a:clrScheme>
    <a:fontScheme name="BRUSA">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2 | Inhalt 5-spaltig">
  <a:themeElements>
    <a:clrScheme name="BRUSA">
      <a:dk1>
        <a:srgbClr val="000000"/>
      </a:dk1>
      <a:lt1>
        <a:srgbClr val="FFFFFF"/>
      </a:lt1>
      <a:dk2>
        <a:srgbClr val="ED4747"/>
      </a:dk2>
      <a:lt2>
        <a:srgbClr val="EBEBEB"/>
      </a:lt2>
      <a:accent1>
        <a:srgbClr val="BE0000"/>
      </a:accent1>
      <a:accent2>
        <a:srgbClr val="144BBE"/>
      </a:accent2>
      <a:accent3>
        <a:srgbClr val="00AA14"/>
      </a:accent3>
      <a:accent4>
        <a:srgbClr val="E19100"/>
      </a:accent4>
      <a:accent5>
        <a:srgbClr val="F0DC00"/>
      </a:accent5>
      <a:accent6>
        <a:srgbClr val="69467D"/>
      </a:accent6>
      <a:hlink>
        <a:srgbClr val="BE0000"/>
      </a:hlink>
      <a:folHlink>
        <a:srgbClr val="ED4747"/>
      </a:folHlink>
    </a:clrScheme>
    <a:fontScheme name="BRUSA">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3 | Weitere Layouts">
  <a:themeElements>
    <a:clrScheme name="BRUSA">
      <a:dk1>
        <a:srgbClr val="000000"/>
      </a:dk1>
      <a:lt1>
        <a:srgbClr val="FFFFFF"/>
      </a:lt1>
      <a:dk2>
        <a:srgbClr val="5A5A5A"/>
      </a:dk2>
      <a:lt2>
        <a:srgbClr val="EBEBEB"/>
      </a:lt2>
      <a:accent1>
        <a:srgbClr val="BE0000"/>
      </a:accent1>
      <a:accent2>
        <a:srgbClr val="144BBE"/>
      </a:accent2>
      <a:accent3>
        <a:srgbClr val="00AA14"/>
      </a:accent3>
      <a:accent4>
        <a:srgbClr val="E19100"/>
      </a:accent4>
      <a:accent5>
        <a:srgbClr val="F0DC00"/>
      </a:accent5>
      <a:accent6>
        <a:srgbClr val="ED4747"/>
      </a:accent6>
      <a:hlink>
        <a:srgbClr val="BE0000"/>
      </a:hlink>
      <a:folHlink>
        <a:srgbClr val="ED4747"/>
      </a:folHlink>
    </a:clrScheme>
    <a:fontScheme name="BRUSA">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4.xml><?xml version="1.0" encoding="utf-8"?>
<a:theme xmlns:a="http://schemas.openxmlformats.org/drawingml/2006/main" name="4 | Titel- und Abschlussfolie">
  <a:themeElements>
    <a:clrScheme name="BRUSA">
      <a:dk1>
        <a:srgbClr val="000000"/>
      </a:dk1>
      <a:lt1>
        <a:srgbClr val="FFFFFF"/>
      </a:lt1>
      <a:dk2>
        <a:srgbClr val="ED4747"/>
      </a:dk2>
      <a:lt2>
        <a:srgbClr val="EBEBEB"/>
      </a:lt2>
      <a:accent1>
        <a:srgbClr val="BE0000"/>
      </a:accent1>
      <a:accent2>
        <a:srgbClr val="144BBE"/>
      </a:accent2>
      <a:accent3>
        <a:srgbClr val="00AA14"/>
      </a:accent3>
      <a:accent4>
        <a:srgbClr val="E19100"/>
      </a:accent4>
      <a:accent5>
        <a:srgbClr val="F0DC00"/>
      </a:accent5>
      <a:accent6>
        <a:srgbClr val="69467D"/>
      </a:accent6>
      <a:hlink>
        <a:srgbClr val="BE0000"/>
      </a:hlink>
      <a:folHlink>
        <a:srgbClr val="ED4747"/>
      </a:folHlink>
    </a:clrScheme>
    <a:fontScheme name="BRUSA">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5.xml><?xml version="1.0" encoding="utf-8"?>
<a:theme xmlns:a="http://schemas.openxmlformats.org/drawingml/2006/main" name="1_VL_010_Vorlage_PP_brusa">
  <a:themeElements>
    <a:clrScheme name="BRUSA">
      <a:dk1>
        <a:srgbClr val="000000"/>
      </a:dk1>
      <a:lt1>
        <a:srgbClr val="FFFFFF"/>
      </a:lt1>
      <a:dk2>
        <a:srgbClr val="ED4747"/>
      </a:dk2>
      <a:lt2>
        <a:srgbClr val="EBEBEB"/>
      </a:lt2>
      <a:accent1>
        <a:srgbClr val="BE0000"/>
      </a:accent1>
      <a:accent2>
        <a:srgbClr val="144BBE"/>
      </a:accent2>
      <a:accent3>
        <a:srgbClr val="00AA14"/>
      </a:accent3>
      <a:accent4>
        <a:srgbClr val="E19100"/>
      </a:accent4>
      <a:accent5>
        <a:srgbClr val="F0DC00"/>
      </a:accent5>
      <a:accent6>
        <a:srgbClr val="69467D"/>
      </a:accent6>
      <a:hlink>
        <a:srgbClr val="BE0000"/>
      </a:hlink>
      <a:folHlink>
        <a:srgbClr val="ED4747"/>
      </a:folHlink>
    </a:clrScheme>
    <a:fontScheme name="BRUSA">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6.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VL_010_Vorlage_PP_brusa</Template>
  <TotalTime>0</TotalTime>
  <Words>879</Words>
  <Application>Microsoft Office PowerPoint</Application>
  <PresentationFormat>Bildschirmpräsentation (4:3)</PresentationFormat>
  <Paragraphs>230</Paragraphs>
  <Slides>8</Slides>
  <Notes>1</Notes>
  <HiddenSlides>0</HiddenSlides>
  <MMClips>0</MMClips>
  <ScaleCrop>false</ScaleCrop>
  <HeadingPairs>
    <vt:vector size="4" baseType="variant">
      <vt:variant>
        <vt:lpstr>Design</vt:lpstr>
      </vt:variant>
      <vt:variant>
        <vt:i4>5</vt:i4>
      </vt:variant>
      <vt:variant>
        <vt:lpstr>Folientitel</vt:lpstr>
      </vt:variant>
      <vt:variant>
        <vt:i4>8</vt:i4>
      </vt:variant>
    </vt:vector>
  </HeadingPairs>
  <TitlesOfParts>
    <vt:vector size="13" baseType="lpstr">
      <vt:lpstr>VL_010_Vorlage_PP_brusa</vt:lpstr>
      <vt:lpstr>2 | Inhalt 5-spaltig</vt:lpstr>
      <vt:lpstr>3 | Weitere Layouts</vt:lpstr>
      <vt:lpstr>4 | Titel- und Abschlussfolie</vt:lpstr>
      <vt:lpstr>1_VL_010_Vorlage_PP_brusa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Brusa Elektronik AG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Fabio Mani</dc:creator>
  <cp:lastModifiedBy>Ueli Wendelspiess</cp:lastModifiedBy>
  <cp:revision>376</cp:revision>
  <cp:lastPrinted>2016-05-30T10:18:49Z</cp:lastPrinted>
  <dcterms:created xsi:type="dcterms:W3CDTF">2017-03-07T14:58:51Z</dcterms:created>
  <dcterms:modified xsi:type="dcterms:W3CDTF">2017-11-22T13:05:32Z</dcterms:modified>
</cp:coreProperties>
</file>